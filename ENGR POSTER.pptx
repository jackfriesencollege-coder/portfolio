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3"/>
  </p:notesMasterIdLst>
  <p:sldIdLst>
    <p:sldId id="257" r:id="rId2"/>
  </p:sldIdLst>
  <p:sldSz cx="36576000" cy="2743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4519AC-9729-1A44-961F-69B76B9E00DC}" v="5" dt="2026-05-01T16:08:49.794"/>
    <p1510:client id="{F26F8800-DC53-4F73-A6B1-C9AC1CF276E0}" v="906" dt="2026-05-01T19:03:21.572"/>
    <p1510:client id="{F757EBE9-32B9-4ADF-BA9D-EDB02CB879AF}" v="1" dt="2026-08-17T01:20:01.3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9" d="100"/>
          <a:sy n="19" d="100"/>
        </p:scale>
        <p:origin x="1714" y="1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EF66D5-18CC-B041-9CD2-9A3A5090F0D4}" type="datetimeFigureOut">
              <a:rPr lang="en-US" smtClean="0"/>
              <a:t>8/16/2026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696CF2-31C1-204C-891C-F3F3D4A56AAC}" type="slidenum">
              <a:rPr lang="en-US" smtClean="0"/>
              <a:t>‹#›</a:t>
            </a:fld>
            <a:endParaRPr lang="en-US"/>
          </a:p>
        </p:txBody>
      </p:sp>
    </p:spTree>
    <p:extLst>
      <p:ext uri="{BB962C8B-B14F-4D97-AF65-F5344CB8AC3E}">
        <p14:creationId xmlns:p14="http://schemas.microsoft.com/office/powerpoint/2010/main" val="2133904076"/>
      </p:ext>
    </p:extLst>
  </p:cSld>
  <p:clrMap bg1="lt1" tx1="dk1" bg2="lt2" tx2="dk2" accent1="accent1" accent2="accent2" accent3="accent3" accent4="accent4" accent5="accent5" accent6="accent6" hlink="hlink" folHlink="folHlink"/>
  <p:notesStyle>
    <a:lvl1pPr marL="0" algn="l" defTabSz="3657600" rtl="0" eaLnBrk="1" latinLnBrk="0" hangingPunct="1">
      <a:defRPr sz="4800" kern="1200">
        <a:solidFill>
          <a:schemeClr val="tx1"/>
        </a:solidFill>
        <a:latin typeface="+mn-lt"/>
        <a:ea typeface="+mn-ea"/>
        <a:cs typeface="+mn-cs"/>
      </a:defRPr>
    </a:lvl1pPr>
    <a:lvl2pPr marL="1828800" algn="l" defTabSz="3657600" rtl="0" eaLnBrk="1" latinLnBrk="0" hangingPunct="1">
      <a:defRPr sz="4800" kern="1200">
        <a:solidFill>
          <a:schemeClr val="tx1"/>
        </a:solidFill>
        <a:latin typeface="+mn-lt"/>
        <a:ea typeface="+mn-ea"/>
        <a:cs typeface="+mn-cs"/>
      </a:defRPr>
    </a:lvl2pPr>
    <a:lvl3pPr marL="3657600" algn="l" defTabSz="3657600" rtl="0" eaLnBrk="1" latinLnBrk="0" hangingPunct="1">
      <a:defRPr sz="4800" kern="1200">
        <a:solidFill>
          <a:schemeClr val="tx1"/>
        </a:solidFill>
        <a:latin typeface="+mn-lt"/>
        <a:ea typeface="+mn-ea"/>
        <a:cs typeface="+mn-cs"/>
      </a:defRPr>
    </a:lvl3pPr>
    <a:lvl4pPr marL="5486400" algn="l" defTabSz="3657600" rtl="0" eaLnBrk="1" latinLnBrk="0" hangingPunct="1">
      <a:defRPr sz="4800" kern="1200">
        <a:solidFill>
          <a:schemeClr val="tx1"/>
        </a:solidFill>
        <a:latin typeface="+mn-lt"/>
        <a:ea typeface="+mn-ea"/>
        <a:cs typeface="+mn-cs"/>
      </a:defRPr>
    </a:lvl4pPr>
    <a:lvl5pPr marL="7315200" algn="l" defTabSz="3657600" rtl="0" eaLnBrk="1" latinLnBrk="0" hangingPunct="1">
      <a:defRPr sz="4800" kern="1200">
        <a:solidFill>
          <a:schemeClr val="tx1"/>
        </a:solidFill>
        <a:latin typeface="+mn-lt"/>
        <a:ea typeface="+mn-ea"/>
        <a:cs typeface="+mn-cs"/>
      </a:defRPr>
    </a:lvl5pPr>
    <a:lvl6pPr marL="9144000" algn="l" defTabSz="3657600" rtl="0" eaLnBrk="1" latinLnBrk="0" hangingPunct="1">
      <a:defRPr sz="4800" kern="1200">
        <a:solidFill>
          <a:schemeClr val="tx1"/>
        </a:solidFill>
        <a:latin typeface="+mn-lt"/>
        <a:ea typeface="+mn-ea"/>
        <a:cs typeface="+mn-cs"/>
      </a:defRPr>
    </a:lvl6pPr>
    <a:lvl7pPr marL="10972800" algn="l" defTabSz="3657600" rtl="0" eaLnBrk="1" latinLnBrk="0" hangingPunct="1">
      <a:defRPr sz="4800" kern="1200">
        <a:solidFill>
          <a:schemeClr val="tx1"/>
        </a:solidFill>
        <a:latin typeface="+mn-lt"/>
        <a:ea typeface="+mn-ea"/>
        <a:cs typeface="+mn-cs"/>
      </a:defRPr>
    </a:lvl7pPr>
    <a:lvl8pPr marL="12801600" algn="l" defTabSz="3657600" rtl="0" eaLnBrk="1" latinLnBrk="0" hangingPunct="1">
      <a:defRPr sz="4800" kern="1200">
        <a:solidFill>
          <a:schemeClr val="tx1"/>
        </a:solidFill>
        <a:latin typeface="+mn-lt"/>
        <a:ea typeface="+mn-ea"/>
        <a:cs typeface="+mn-cs"/>
      </a:defRPr>
    </a:lvl8pPr>
    <a:lvl9pPr marL="14630400" algn="l" defTabSz="3657600" rtl="0" eaLnBrk="1" latinLnBrk="0" hangingPunct="1">
      <a:defRPr sz="4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696CF2-31C1-204C-891C-F3F3D4A56AAC}" type="slidenum">
              <a:rPr lang="en-US" smtClean="0"/>
              <a:t>1</a:t>
            </a:fld>
            <a:endParaRPr lang="en-US"/>
          </a:p>
        </p:txBody>
      </p:sp>
    </p:spTree>
    <p:extLst>
      <p:ext uri="{BB962C8B-B14F-4D97-AF65-F5344CB8AC3E}">
        <p14:creationId xmlns:p14="http://schemas.microsoft.com/office/powerpoint/2010/main" val="3209981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4489452"/>
            <a:ext cx="31089600" cy="9550400"/>
          </a:xfrm>
        </p:spPr>
        <p:txBody>
          <a:bodyPr anchor="b"/>
          <a:lstStyle>
            <a:lvl1pPr algn="ctr">
              <a:defRPr sz="24000"/>
            </a:lvl1pPr>
          </a:lstStyle>
          <a:p>
            <a:r>
              <a:rPr lang="en-US"/>
              <a:t>Click to edit Master title style</a:t>
            </a:r>
          </a:p>
        </p:txBody>
      </p:sp>
      <p:sp>
        <p:nvSpPr>
          <p:cNvPr id="3" name="Subtitle 2"/>
          <p:cNvSpPr>
            <a:spLocks noGrp="1"/>
          </p:cNvSpPr>
          <p:nvPr>
            <p:ph type="subTitle" idx="1"/>
          </p:nvPr>
        </p:nvSpPr>
        <p:spPr>
          <a:xfrm>
            <a:off x="4572000" y="14408152"/>
            <a:ext cx="27432000" cy="6623048"/>
          </a:xfrm>
        </p:spPr>
        <p:txBody>
          <a:bodyPr/>
          <a:lstStyle>
            <a:lvl1pPr marL="0" indent="0" algn="ctr">
              <a:buNone/>
              <a:defRPr sz="9600"/>
            </a:lvl1pPr>
            <a:lvl2pPr marL="1828800" indent="0" algn="ctr">
              <a:buNone/>
              <a:defRPr sz="8000"/>
            </a:lvl2pPr>
            <a:lvl3pPr marL="3657600" indent="0" algn="ctr">
              <a:buNone/>
              <a:defRPr sz="7200"/>
            </a:lvl3pPr>
            <a:lvl4pPr marL="5486400" indent="0" algn="ctr">
              <a:buNone/>
              <a:defRPr sz="6400"/>
            </a:lvl4pPr>
            <a:lvl5pPr marL="7315200" indent="0" algn="ctr">
              <a:buNone/>
              <a:defRPr sz="6400"/>
            </a:lvl5pPr>
            <a:lvl6pPr marL="9144000" indent="0" algn="ctr">
              <a:buNone/>
              <a:defRPr sz="6400"/>
            </a:lvl6pPr>
            <a:lvl7pPr marL="10972800" indent="0" algn="ctr">
              <a:buNone/>
              <a:defRPr sz="6400"/>
            </a:lvl7pPr>
            <a:lvl8pPr marL="12801600" indent="0" algn="ctr">
              <a:buNone/>
              <a:defRPr sz="6400"/>
            </a:lvl8pPr>
            <a:lvl9pPr marL="14630400" indent="0" algn="ctr">
              <a:buNone/>
              <a:defRPr sz="6400"/>
            </a:lvl9pPr>
          </a:lstStyle>
          <a:p>
            <a:r>
              <a:rPr lang="en-US"/>
              <a:t>Click to edit Master subtitle style</a:t>
            </a:r>
          </a:p>
        </p:txBody>
      </p:sp>
      <p:sp>
        <p:nvSpPr>
          <p:cNvPr id="4" name="Date Placeholder 3"/>
          <p:cNvSpPr>
            <a:spLocks noGrp="1"/>
          </p:cNvSpPr>
          <p:nvPr>
            <p:ph type="dt" sz="half" idx="10"/>
          </p:nvPr>
        </p:nvSpPr>
        <p:spPr/>
        <p:txBody>
          <a:bodyPr/>
          <a:lstStyle/>
          <a:p>
            <a:fld id="{861CB097-BDEF-9040-914B-BBB5BB5D49E8}"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86F3C-2D7F-E241-BC06-0FCF8C623F5F}" type="slidenum">
              <a:rPr lang="en-US" smtClean="0"/>
              <a:t>‹#›</a:t>
            </a:fld>
            <a:endParaRPr lang="en-US"/>
          </a:p>
        </p:txBody>
      </p:sp>
    </p:spTree>
    <p:extLst>
      <p:ext uri="{BB962C8B-B14F-4D97-AF65-F5344CB8AC3E}">
        <p14:creationId xmlns:p14="http://schemas.microsoft.com/office/powerpoint/2010/main" val="2357162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1CB097-BDEF-9040-914B-BBB5BB5D49E8}"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86F3C-2D7F-E241-BC06-0FCF8C623F5F}" type="slidenum">
              <a:rPr lang="en-US" smtClean="0"/>
              <a:t>‹#›</a:t>
            </a:fld>
            <a:endParaRPr lang="en-US"/>
          </a:p>
        </p:txBody>
      </p:sp>
    </p:spTree>
    <p:extLst>
      <p:ext uri="{BB962C8B-B14F-4D97-AF65-F5344CB8AC3E}">
        <p14:creationId xmlns:p14="http://schemas.microsoft.com/office/powerpoint/2010/main" val="587600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2" y="6838958"/>
            <a:ext cx="31546800" cy="11410948"/>
          </a:xfrm>
        </p:spPr>
        <p:txBody>
          <a:bodyPr anchor="b"/>
          <a:lstStyle>
            <a:lvl1pPr>
              <a:defRPr sz="24000"/>
            </a:lvl1pPr>
          </a:lstStyle>
          <a:p>
            <a:r>
              <a:rPr lang="en-US"/>
              <a:t>Click to edit Master title style</a:t>
            </a:r>
          </a:p>
        </p:txBody>
      </p:sp>
      <p:sp>
        <p:nvSpPr>
          <p:cNvPr id="3" name="Text Placeholder 2"/>
          <p:cNvSpPr>
            <a:spLocks noGrp="1"/>
          </p:cNvSpPr>
          <p:nvPr>
            <p:ph type="body" idx="1"/>
          </p:nvPr>
        </p:nvSpPr>
        <p:spPr>
          <a:xfrm>
            <a:off x="2495552" y="18357858"/>
            <a:ext cx="31546800" cy="6000748"/>
          </a:xfrm>
        </p:spPr>
        <p:txBody>
          <a:bodyPr/>
          <a:lstStyle>
            <a:lvl1pPr marL="0" indent="0">
              <a:buNone/>
              <a:defRPr sz="9600">
                <a:solidFill>
                  <a:schemeClr val="tx1"/>
                </a:solidFill>
              </a:defRPr>
            </a:lvl1pPr>
            <a:lvl2pPr marL="1828800" indent="0">
              <a:buNone/>
              <a:defRPr sz="8000">
                <a:solidFill>
                  <a:schemeClr val="tx1">
                    <a:tint val="75000"/>
                  </a:schemeClr>
                </a:solidFill>
              </a:defRPr>
            </a:lvl2pPr>
            <a:lvl3pPr marL="3657600" indent="0">
              <a:buNone/>
              <a:defRPr sz="7200">
                <a:solidFill>
                  <a:schemeClr val="tx1">
                    <a:tint val="75000"/>
                  </a:schemeClr>
                </a:solidFill>
              </a:defRPr>
            </a:lvl3pPr>
            <a:lvl4pPr marL="5486400" indent="0">
              <a:buNone/>
              <a:defRPr sz="6400">
                <a:solidFill>
                  <a:schemeClr val="tx1">
                    <a:tint val="75000"/>
                  </a:schemeClr>
                </a:solidFill>
              </a:defRPr>
            </a:lvl4pPr>
            <a:lvl5pPr marL="7315200" indent="0">
              <a:buNone/>
              <a:defRPr sz="6400">
                <a:solidFill>
                  <a:schemeClr val="tx1">
                    <a:tint val="75000"/>
                  </a:schemeClr>
                </a:solidFill>
              </a:defRPr>
            </a:lvl5pPr>
            <a:lvl6pPr marL="9144000" indent="0">
              <a:buNone/>
              <a:defRPr sz="6400">
                <a:solidFill>
                  <a:schemeClr val="tx1">
                    <a:tint val="75000"/>
                  </a:schemeClr>
                </a:solidFill>
              </a:defRPr>
            </a:lvl6pPr>
            <a:lvl7pPr marL="10972800" indent="0">
              <a:buNone/>
              <a:defRPr sz="6400">
                <a:solidFill>
                  <a:schemeClr val="tx1">
                    <a:tint val="75000"/>
                  </a:schemeClr>
                </a:solidFill>
              </a:defRPr>
            </a:lvl7pPr>
            <a:lvl8pPr marL="12801600" indent="0">
              <a:buNone/>
              <a:defRPr sz="6400">
                <a:solidFill>
                  <a:schemeClr val="tx1">
                    <a:tint val="75000"/>
                  </a:schemeClr>
                </a:solidFill>
              </a:defRPr>
            </a:lvl8pPr>
            <a:lvl9pPr marL="14630400" indent="0">
              <a:buNone/>
              <a:defRPr sz="6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1CB097-BDEF-9040-914B-BBB5BB5D49E8}"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86F3C-2D7F-E241-BC06-0FCF8C623F5F}" type="slidenum">
              <a:rPr lang="en-US" smtClean="0"/>
              <a:t>‹#›</a:t>
            </a:fld>
            <a:endParaRPr lang="en-US"/>
          </a:p>
        </p:txBody>
      </p:sp>
    </p:spTree>
    <p:extLst>
      <p:ext uri="{BB962C8B-B14F-4D97-AF65-F5344CB8AC3E}">
        <p14:creationId xmlns:p14="http://schemas.microsoft.com/office/powerpoint/2010/main" val="1094164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14600" y="7302500"/>
            <a:ext cx="1554480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8516600" y="7302500"/>
            <a:ext cx="1554480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61CB097-BDEF-9040-914B-BBB5BB5D49E8}"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E86F3C-2D7F-E241-BC06-0FCF8C623F5F}" type="slidenum">
              <a:rPr lang="en-US" smtClean="0"/>
              <a:t>‹#›</a:t>
            </a:fld>
            <a:endParaRPr lang="en-US"/>
          </a:p>
        </p:txBody>
      </p:sp>
    </p:spTree>
    <p:extLst>
      <p:ext uri="{BB962C8B-B14F-4D97-AF65-F5344CB8AC3E}">
        <p14:creationId xmlns:p14="http://schemas.microsoft.com/office/powerpoint/2010/main" val="3920175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460506"/>
            <a:ext cx="31546800" cy="5302252"/>
          </a:xfrm>
        </p:spPr>
        <p:txBody>
          <a:bodyPr/>
          <a:lstStyle/>
          <a:p>
            <a:r>
              <a:rPr lang="en-US"/>
              <a:t>Click to edit Master title style</a:t>
            </a:r>
          </a:p>
        </p:txBody>
      </p:sp>
      <p:sp>
        <p:nvSpPr>
          <p:cNvPr id="3" name="Text Placeholder 2"/>
          <p:cNvSpPr>
            <a:spLocks noGrp="1"/>
          </p:cNvSpPr>
          <p:nvPr>
            <p:ph type="body" idx="1"/>
          </p:nvPr>
        </p:nvSpPr>
        <p:spPr>
          <a:xfrm>
            <a:off x="2519368" y="6724652"/>
            <a:ext cx="15473360" cy="329564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4" name="Content Placeholder 3"/>
          <p:cNvSpPr>
            <a:spLocks noGrp="1"/>
          </p:cNvSpPr>
          <p:nvPr>
            <p:ph sz="half" idx="2"/>
          </p:nvPr>
        </p:nvSpPr>
        <p:spPr>
          <a:xfrm>
            <a:off x="2519368" y="10020300"/>
            <a:ext cx="15473360"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8516602" y="6724652"/>
            <a:ext cx="15549564" cy="329564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6" name="Content Placeholder 5"/>
          <p:cNvSpPr>
            <a:spLocks noGrp="1"/>
          </p:cNvSpPr>
          <p:nvPr>
            <p:ph sz="quarter" idx="4"/>
          </p:nvPr>
        </p:nvSpPr>
        <p:spPr>
          <a:xfrm>
            <a:off x="18516602" y="10020300"/>
            <a:ext cx="15549564"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61CB097-BDEF-9040-914B-BBB5BB5D49E8}" type="datetimeFigureOut">
              <a:rPr lang="en-US" smtClean="0"/>
              <a:t>8/16/2026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E86F3C-2D7F-E241-BC06-0FCF8C623F5F}" type="slidenum">
              <a:rPr lang="en-US" smtClean="0"/>
              <a:t>‹#›</a:t>
            </a:fld>
            <a:endParaRPr lang="en-US"/>
          </a:p>
        </p:txBody>
      </p:sp>
    </p:spTree>
    <p:extLst>
      <p:ext uri="{BB962C8B-B14F-4D97-AF65-F5344CB8AC3E}">
        <p14:creationId xmlns:p14="http://schemas.microsoft.com/office/powerpoint/2010/main" val="2884150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61CB097-BDEF-9040-914B-BBB5BB5D49E8}" type="datetimeFigureOut">
              <a:rPr lang="en-US" smtClean="0"/>
              <a:t>8/16/2026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E86F3C-2D7F-E241-BC06-0FCF8C623F5F}" type="slidenum">
              <a:rPr lang="en-US" smtClean="0"/>
              <a:t>‹#›</a:t>
            </a:fld>
            <a:endParaRPr lang="en-US"/>
          </a:p>
        </p:txBody>
      </p:sp>
    </p:spTree>
    <p:extLst>
      <p:ext uri="{BB962C8B-B14F-4D97-AF65-F5344CB8AC3E}">
        <p14:creationId xmlns:p14="http://schemas.microsoft.com/office/powerpoint/2010/main" val="847094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1CB097-BDEF-9040-914B-BBB5BB5D49E8}" type="datetimeFigureOut">
              <a:rPr lang="en-US" smtClean="0"/>
              <a:t>8/16/2026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E86F3C-2D7F-E241-BC06-0FCF8C623F5F}" type="slidenum">
              <a:rPr lang="en-US" smtClean="0"/>
              <a:t>‹#›</a:t>
            </a:fld>
            <a:endParaRPr lang="en-US"/>
          </a:p>
        </p:txBody>
      </p:sp>
    </p:spTree>
    <p:extLst>
      <p:ext uri="{BB962C8B-B14F-4D97-AF65-F5344CB8AC3E}">
        <p14:creationId xmlns:p14="http://schemas.microsoft.com/office/powerpoint/2010/main" val="2760263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828800"/>
            <a:ext cx="11796712" cy="6400800"/>
          </a:xfrm>
        </p:spPr>
        <p:txBody>
          <a:bodyPr anchor="b"/>
          <a:lstStyle>
            <a:lvl1pPr>
              <a:defRPr sz="12800"/>
            </a:lvl1pPr>
          </a:lstStyle>
          <a:p>
            <a:r>
              <a:rPr lang="en-US"/>
              <a:t>Click to edit Master title style</a:t>
            </a:r>
          </a:p>
        </p:txBody>
      </p:sp>
      <p:sp>
        <p:nvSpPr>
          <p:cNvPr id="3" name="Content Placeholder 2"/>
          <p:cNvSpPr>
            <a:spLocks noGrp="1"/>
          </p:cNvSpPr>
          <p:nvPr>
            <p:ph idx="1"/>
          </p:nvPr>
        </p:nvSpPr>
        <p:spPr>
          <a:xfrm>
            <a:off x="15549564" y="3949706"/>
            <a:ext cx="18516600" cy="19494500"/>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19364" y="8229600"/>
            <a:ext cx="11796712" cy="15246352"/>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861CB097-BDEF-9040-914B-BBB5BB5D49E8}"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E86F3C-2D7F-E241-BC06-0FCF8C623F5F}" type="slidenum">
              <a:rPr lang="en-US" smtClean="0"/>
              <a:t>‹#›</a:t>
            </a:fld>
            <a:endParaRPr lang="en-US"/>
          </a:p>
        </p:txBody>
      </p:sp>
    </p:spTree>
    <p:extLst>
      <p:ext uri="{BB962C8B-B14F-4D97-AF65-F5344CB8AC3E}">
        <p14:creationId xmlns:p14="http://schemas.microsoft.com/office/powerpoint/2010/main" val="460617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828800"/>
            <a:ext cx="11796712" cy="6400800"/>
          </a:xfrm>
        </p:spPr>
        <p:txBody>
          <a:bodyPr anchor="b"/>
          <a:lstStyle>
            <a:lvl1pPr>
              <a:defRPr sz="12800"/>
            </a:lvl1pPr>
          </a:lstStyle>
          <a:p>
            <a:r>
              <a:rPr lang="en-US"/>
              <a:t>Click to edit Master title style</a:t>
            </a:r>
          </a:p>
        </p:txBody>
      </p:sp>
      <p:sp>
        <p:nvSpPr>
          <p:cNvPr id="3" name="Picture Placeholder 2"/>
          <p:cNvSpPr>
            <a:spLocks noGrp="1" noChangeAspect="1"/>
          </p:cNvSpPr>
          <p:nvPr>
            <p:ph type="pic" idx="1"/>
          </p:nvPr>
        </p:nvSpPr>
        <p:spPr>
          <a:xfrm>
            <a:off x="15549564" y="3949706"/>
            <a:ext cx="18516600" cy="19494500"/>
          </a:xfrm>
        </p:spPr>
        <p:txBody>
          <a:bodyPr anchor="t"/>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r>
              <a:rPr lang="en-US"/>
              <a:t>Click icon to add picture</a:t>
            </a:r>
          </a:p>
        </p:txBody>
      </p:sp>
      <p:sp>
        <p:nvSpPr>
          <p:cNvPr id="4" name="Text Placeholder 3"/>
          <p:cNvSpPr>
            <a:spLocks noGrp="1"/>
          </p:cNvSpPr>
          <p:nvPr>
            <p:ph type="body" sz="half" idx="2"/>
          </p:nvPr>
        </p:nvSpPr>
        <p:spPr>
          <a:xfrm>
            <a:off x="2519364" y="8229600"/>
            <a:ext cx="11796712" cy="15246352"/>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861CB097-BDEF-9040-914B-BBB5BB5D49E8}"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E86F3C-2D7F-E241-BC06-0FCF8C623F5F}" type="slidenum">
              <a:rPr lang="en-US" smtClean="0"/>
              <a:t>‹#›</a:t>
            </a:fld>
            <a:endParaRPr lang="en-US"/>
          </a:p>
        </p:txBody>
      </p:sp>
    </p:spTree>
    <p:extLst>
      <p:ext uri="{BB962C8B-B14F-4D97-AF65-F5344CB8AC3E}">
        <p14:creationId xmlns:p14="http://schemas.microsoft.com/office/powerpoint/2010/main" val="1107753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1CB097-BDEF-9040-914B-BBB5BB5D49E8}"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86F3C-2D7F-E241-BC06-0FCF8C623F5F}" type="slidenum">
              <a:rPr lang="en-US" smtClean="0"/>
              <a:t>‹#›</a:t>
            </a:fld>
            <a:endParaRPr lang="en-US"/>
          </a:p>
        </p:txBody>
      </p:sp>
    </p:spTree>
    <p:extLst>
      <p:ext uri="{BB962C8B-B14F-4D97-AF65-F5344CB8AC3E}">
        <p14:creationId xmlns:p14="http://schemas.microsoft.com/office/powerpoint/2010/main" val="3024990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2" y="1460500"/>
            <a:ext cx="7886700" cy="2324735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14602" y="1460500"/>
            <a:ext cx="23202900" cy="232473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1CB097-BDEF-9040-914B-BBB5BB5D49E8}"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E86F3C-2D7F-E241-BC06-0FCF8C623F5F}" type="slidenum">
              <a:rPr lang="en-US" smtClean="0"/>
              <a:t>‹#›</a:t>
            </a:fld>
            <a:endParaRPr lang="en-US"/>
          </a:p>
        </p:txBody>
      </p:sp>
    </p:spTree>
    <p:extLst>
      <p:ext uri="{BB962C8B-B14F-4D97-AF65-F5344CB8AC3E}">
        <p14:creationId xmlns:p14="http://schemas.microsoft.com/office/powerpoint/2010/main" val="12949201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Poster">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1" name="Text Placeholder 6"/>
          <p:cNvSpPr>
            <a:spLocks noGrp="1"/>
          </p:cNvSpPr>
          <p:nvPr>
            <p:ph type="body" sz="quarter" idx="36"/>
          </p:nvPr>
        </p:nvSpPr>
        <p:spPr bwMode="auto">
          <a:xfrm>
            <a:off x="965200" y="3411588"/>
            <a:ext cx="25145344" cy="538608"/>
          </a:xfrm>
        </p:spPr>
        <p:txBody>
          <a:bodyPr anchor="ctr">
            <a:noAutofit/>
          </a:bodyPr>
          <a:lstStyle>
            <a:lvl1pPr marL="0" indent="0">
              <a:spcBef>
                <a:spcPts val="0"/>
              </a:spcBef>
              <a:buNone/>
              <a:defRPr sz="3000">
                <a:solidFill>
                  <a:schemeClr val="bg1">
                    <a:lumMod val="75000"/>
                  </a:schemeClr>
                </a:solidFill>
              </a:defRPr>
            </a:lvl1pPr>
            <a:lvl2pPr marL="0" indent="0">
              <a:spcBef>
                <a:spcPts val="0"/>
              </a:spcBef>
              <a:buNone/>
              <a:defRPr sz="2000">
                <a:solidFill>
                  <a:schemeClr val="bg1"/>
                </a:solidFill>
              </a:defRPr>
            </a:lvl2pPr>
            <a:lvl3pPr marL="0" indent="0">
              <a:spcBef>
                <a:spcPts val="0"/>
              </a:spcBef>
              <a:buNone/>
              <a:defRPr sz="2000">
                <a:solidFill>
                  <a:schemeClr val="bg1"/>
                </a:solidFill>
              </a:defRPr>
            </a:lvl3pPr>
            <a:lvl4pPr marL="0" indent="0">
              <a:spcBef>
                <a:spcPts val="0"/>
              </a:spcBef>
              <a:buNone/>
              <a:defRPr sz="2000">
                <a:solidFill>
                  <a:schemeClr val="bg1"/>
                </a:solidFill>
              </a:defRPr>
            </a:lvl4pPr>
            <a:lvl5pPr marL="0" indent="0">
              <a:spcBef>
                <a:spcPts val="0"/>
              </a:spcBef>
              <a:buNone/>
              <a:defRPr sz="2000">
                <a:solidFill>
                  <a:schemeClr val="bg1"/>
                </a:solidFill>
              </a:defRPr>
            </a:lvl5pPr>
            <a:lvl6pPr marL="0" indent="0">
              <a:spcBef>
                <a:spcPts val="0"/>
              </a:spcBef>
              <a:buNone/>
              <a:defRPr sz="2000">
                <a:solidFill>
                  <a:schemeClr val="bg1"/>
                </a:solidFill>
              </a:defRPr>
            </a:lvl6pPr>
            <a:lvl7pPr marL="0" indent="0">
              <a:spcBef>
                <a:spcPts val="0"/>
              </a:spcBef>
              <a:buNone/>
              <a:defRPr sz="2000">
                <a:solidFill>
                  <a:schemeClr val="bg1"/>
                </a:solidFill>
              </a:defRPr>
            </a:lvl7pPr>
            <a:lvl8pPr marL="0" indent="0">
              <a:spcBef>
                <a:spcPts val="0"/>
              </a:spcBef>
              <a:buNone/>
              <a:defRPr sz="2000">
                <a:solidFill>
                  <a:schemeClr val="bg1"/>
                </a:solidFill>
              </a:defRPr>
            </a:lvl8pPr>
            <a:lvl9pPr marL="0" indent="0">
              <a:spcBef>
                <a:spcPts val="0"/>
              </a:spcBef>
              <a:buNone/>
              <a:defRPr sz="2000">
                <a:solidFill>
                  <a:schemeClr val="bg1"/>
                </a:solidFill>
              </a:defRPr>
            </a:lvl9pPr>
          </a:lstStyle>
          <a:p>
            <a:pPr lvl="0"/>
            <a:r>
              <a:rPr lang="en-US"/>
              <a:t>Click to edit Master text styles</a:t>
            </a:r>
          </a:p>
        </p:txBody>
      </p:sp>
      <p:sp>
        <p:nvSpPr>
          <p:cNvPr id="7" name="Text Placeholder 6"/>
          <p:cNvSpPr>
            <a:spLocks noGrp="1"/>
          </p:cNvSpPr>
          <p:nvPr>
            <p:ph type="body" sz="quarter" idx="13" hasCustomPrompt="1"/>
          </p:nvPr>
        </p:nvSpPr>
        <p:spPr>
          <a:xfrm>
            <a:off x="952500" y="4724400"/>
            <a:ext cx="10668000" cy="10668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4500" cap="none" baseline="0">
                <a:solidFill>
                  <a:schemeClr val="bg1"/>
                </a:solidFill>
                <a:latin typeface="+mj-lt"/>
              </a:defRPr>
            </a:lvl1pPr>
            <a:lvl2pPr marL="0" indent="0">
              <a:spcBef>
                <a:spcPts val="0"/>
              </a:spcBef>
              <a:buNone/>
              <a:defRPr sz="5000" cap="all" baseline="0">
                <a:solidFill>
                  <a:schemeClr val="bg1"/>
                </a:solidFill>
                <a:latin typeface="+mj-lt"/>
              </a:defRPr>
            </a:lvl2pPr>
            <a:lvl3pPr marL="0" indent="0">
              <a:spcBef>
                <a:spcPts val="0"/>
              </a:spcBef>
              <a:buNone/>
              <a:defRPr sz="5000" cap="all" baseline="0">
                <a:solidFill>
                  <a:schemeClr val="bg1"/>
                </a:solidFill>
                <a:latin typeface="+mj-lt"/>
              </a:defRPr>
            </a:lvl3pPr>
            <a:lvl4pPr marL="0" indent="0">
              <a:spcBef>
                <a:spcPts val="0"/>
              </a:spcBef>
              <a:buNone/>
              <a:defRPr sz="5000" cap="all" baseline="0">
                <a:solidFill>
                  <a:schemeClr val="bg1"/>
                </a:solidFill>
                <a:latin typeface="+mj-lt"/>
              </a:defRPr>
            </a:lvl4pPr>
            <a:lvl5pPr marL="0" indent="0">
              <a:spcBef>
                <a:spcPts val="0"/>
              </a:spcBef>
              <a:buNone/>
              <a:defRPr sz="5000" cap="all" baseline="0">
                <a:solidFill>
                  <a:schemeClr val="bg1"/>
                </a:solidFill>
                <a:latin typeface="+mj-lt"/>
              </a:defRPr>
            </a:lvl5pPr>
            <a:lvl6pPr marL="0" indent="0">
              <a:spcBef>
                <a:spcPts val="0"/>
              </a:spcBef>
              <a:buNone/>
              <a:defRPr sz="5000" cap="all" baseline="0">
                <a:solidFill>
                  <a:schemeClr val="bg1"/>
                </a:solidFill>
                <a:latin typeface="+mj-lt"/>
              </a:defRPr>
            </a:lvl6pPr>
            <a:lvl7pPr marL="0" indent="0">
              <a:spcBef>
                <a:spcPts val="0"/>
              </a:spcBef>
              <a:buNone/>
              <a:defRPr sz="5000" cap="all" baseline="0">
                <a:solidFill>
                  <a:schemeClr val="bg1"/>
                </a:solidFill>
                <a:latin typeface="+mj-lt"/>
              </a:defRPr>
            </a:lvl7pPr>
            <a:lvl8pPr marL="0" indent="0">
              <a:spcBef>
                <a:spcPts val="0"/>
              </a:spcBef>
              <a:buNone/>
              <a:defRPr sz="5000" cap="all" baseline="0">
                <a:solidFill>
                  <a:schemeClr val="bg1"/>
                </a:solidFill>
                <a:latin typeface="+mj-lt"/>
              </a:defRPr>
            </a:lvl8pPr>
            <a:lvl9pPr marL="0" indent="0">
              <a:spcBef>
                <a:spcPts val="0"/>
              </a:spcBef>
              <a:buNone/>
              <a:defRPr sz="5000" cap="all" baseline="0">
                <a:solidFill>
                  <a:schemeClr val="bg1"/>
                </a:solidFill>
                <a:latin typeface="+mj-lt"/>
              </a:defRPr>
            </a:lvl9pPr>
          </a:lstStyle>
          <a:p>
            <a:pPr lvl="0"/>
            <a:r>
              <a:rPr lang="en-US"/>
              <a:t>Heading</a:t>
            </a:r>
          </a:p>
        </p:txBody>
      </p:sp>
      <p:sp>
        <p:nvSpPr>
          <p:cNvPr id="9" name="Text Placeholder 8"/>
          <p:cNvSpPr>
            <a:spLocks noGrp="1"/>
          </p:cNvSpPr>
          <p:nvPr>
            <p:ph type="body" sz="quarter" idx="39" hasCustomPrompt="1"/>
          </p:nvPr>
        </p:nvSpPr>
        <p:spPr bwMode="ltGray">
          <a:xfrm>
            <a:off x="952500" y="5928360"/>
            <a:ext cx="10668000" cy="2277144"/>
          </a:xfrm>
          <a:solidFill>
            <a:schemeClr val="tx2">
              <a:lumMod val="10000"/>
              <a:lumOff val="90000"/>
            </a:schemeClr>
          </a:solidFill>
        </p:spPr>
        <p:txBody>
          <a:bodyPr lIns="365760" rIns="365760" anchor="ctr">
            <a:noAutofit/>
          </a:bodyPr>
          <a:lstStyle>
            <a:lvl1pPr marL="0" indent="0">
              <a:spcBef>
                <a:spcPts val="1000"/>
              </a:spcBef>
              <a:buFont typeface="Arial" panose="020B0604020202020204" pitchFamily="34" charset="0"/>
              <a:buNone/>
              <a:defRPr sz="3668" baseline="0"/>
            </a:lvl1pPr>
            <a:lvl2pPr marL="476172" indent="-476172">
              <a:spcBef>
                <a:spcPts val="1000"/>
              </a:spcBef>
              <a:buFont typeface="Arial" panose="020B0604020202020204" pitchFamily="34" charset="0"/>
              <a:buChar char="•"/>
              <a:defRPr sz="3668"/>
            </a:lvl2pPr>
            <a:lvl3pPr marL="476172" indent="-476172">
              <a:spcBef>
                <a:spcPts val="1000"/>
              </a:spcBef>
              <a:buFont typeface="Arial" panose="020B0604020202020204" pitchFamily="34" charset="0"/>
              <a:buChar char="•"/>
              <a:defRPr sz="3668"/>
            </a:lvl3pPr>
            <a:lvl4pPr marL="0" indent="0">
              <a:spcBef>
                <a:spcPts val="1000"/>
              </a:spcBef>
              <a:buNone/>
              <a:defRPr sz="3668"/>
            </a:lvl4pPr>
            <a:lvl5pPr marL="0" indent="0">
              <a:spcBef>
                <a:spcPts val="1000"/>
              </a:spcBef>
              <a:buNone/>
              <a:defRPr sz="3668"/>
            </a:lvl5pPr>
            <a:lvl6pPr marL="0" indent="0">
              <a:spcBef>
                <a:spcPts val="1000"/>
              </a:spcBef>
              <a:buNone/>
              <a:defRPr sz="3668"/>
            </a:lvl6pPr>
            <a:lvl7pPr marL="0" indent="0">
              <a:spcBef>
                <a:spcPts val="1000"/>
              </a:spcBef>
              <a:buNone/>
              <a:defRPr sz="3668"/>
            </a:lvl7pPr>
            <a:lvl8pPr marL="0" indent="0">
              <a:spcBef>
                <a:spcPts val="1000"/>
              </a:spcBef>
              <a:buNone/>
              <a:defRPr sz="3668"/>
            </a:lvl8pPr>
            <a:lvl9pPr marL="0" indent="0">
              <a:spcBef>
                <a:spcPts val="1000"/>
              </a:spcBef>
              <a:buNone/>
              <a:defRPr sz="3668"/>
            </a:lvl9pPr>
          </a:lstStyle>
          <a:p>
            <a:pPr lvl="0"/>
            <a:r>
              <a:rPr lang="en-US"/>
              <a:t>Add your question or a statement of the problem here</a:t>
            </a:r>
          </a:p>
        </p:txBody>
      </p:sp>
      <p:sp>
        <p:nvSpPr>
          <p:cNvPr id="36" name="Text Placeholder 6"/>
          <p:cNvSpPr>
            <a:spLocks noGrp="1"/>
          </p:cNvSpPr>
          <p:nvPr>
            <p:ph type="body" sz="quarter" idx="37" hasCustomPrompt="1"/>
          </p:nvPr>
        </p:nvSpPr>
        <p:spPr>
          <a:xfrm>
            <a:off x="952500" y="8747760"/>
            <a:ext cx="10668000" cy="10668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4500" cap="none" baseline="0">
                <a:solidFill>
                  <a:schemeClr val="bg1"/>
                </a:solidFill>
                <a:latin typeface="+mj-lt"/>
              </a:defRPr>
            </a:lvl1pPr>
            <a:lvl2pPr marL="0" indent="0">
              <a:spcBef>
                <a:spcPts val="0"/>
              </a:spcBef>
              <a:buNone/>
              <a:defRPr sz="5000" cap="all" baseline="0">
                <a:solidFill>
                  <a:schemeClr val="bg1"/>
                </a:solidFill>
                <a:latin typeface="+mj-lt"/>
              </a:defRPr>
            </a:lvl2pPr>
            <a:lvl3pPr marL="0" indent="0">
              <a:spcBef>
                <a:spcPts val="0"/>
              </a:spcBef>
              <a:buNone/>
              <a:defRPr sz="5000" cap="all" baseline="0">
                <a:solidFill>
                  <a:schemeClr val="bg1"/>
                </a:solidFill>
                <a:latin typeface="+mj-lt"/>
              </a:defRPr>
            </a:lvl3pPr>
            <a:lvl4pPr marL="0" indent="0">
              <a:spcBef>
                <a:spcPts val="0"/>
              </a:spcBef>
              <a:buNone/>
              <a:defRPr sz="5000" cap="all" baseline="0">
                <a:solidFill>
                  <a:schemeClr val="bg1"/>
                </a:solidFill>
                <a:latin typeface="+mj-lt"/>
              </a:defRPr>
            </a:lvl4pPr>
            <a:lvl5pPr marL="0" indent="0">
              <a:spcBef>
                <a:spcPts val="0"/>
              </a:spcBef>
              <a:buNone/>
              <a:defRPr sz="5000" cap="all" baseline="0">
                <a:solidFill>
                  <a:schemeClr val="bg1"/>
                </a:solidFill>
                <a:latin typeface="+mj-lt"/>
              </a:defRPr>
            </a:lvl5pPr>
            <a:lvl6pPr marL="0" indent="0">
              <a:spcBef>
                <a:spcPts val="0"/>
              </a:spcBef>
              <a:buNone/>
              <a:defRPr sz="5000" cap="all" baseline="0">
                <a:solidFill>
                  <a:schemeClr val="bg1"/>
                </a:solidFill>
                <a:latin typeface="+mj-lt"/>
              </a:defRPr>
            </a:lvl6pPr>
            <a:lvl7pPr marL="0" indent="0">
              <a:spcBef>
                <a:spcPts val="0"/>
              </a:spcBef>
              <a:buNone/>
              <a:defRPr sz="5000" cap="all" baseline="0">
                <a:solidFill>
                  <a:schemeClr val="bg1"/>
                </a:solidFill>
                <a:latin typeface="+mj-lt"/>
              </a:defRPr>
            </a:lvl7pPr>
            <a:lvl8pPr marL="0" indent="0">
              <a:spcBef>
                <a:spcPts val="0"/>
              </a:spcBef>
              <a:buNone/>
              <a:defRPr sz="5000" cap="all" baseline="0">
                <a:solidFill>
                  <a:schemeClr val="bg1"/>
                </a:solidFill>
                <a:latin typeface="+mj-lt"/>
              </a:defRPr>
            </a:lvl8pPr>
            <a:lvl9pPr marL="0" indent="0">
              <a:spcBef>
                <a:spcPts val="0"/>
              </a:spcBef>
              <a:buNone/>
              <a:defRPr sz="5000" cap="all" baseline="0">
                <a:solidFill>
                  <a:schemeClr val="bg1"/>
                </a:solidFill>
                <a:latin typeface="+mj-lt"/>
              </a:defRPr>
            </a:lvl9pPr>
          </a:lstStyle>
          <a:p>
            <a:pPr lvl="0"/>
            <a:r>
              <a:rPr lang="en-US"/>
              <a:t>Heading</a:t>
            </a:r>
          </a:p>
        </p:txBody>
      </p:sp>
      <p:sp>
        <p:nvSpPr>
          <p:cNvPr id="37" name="Content Placeholder 17"/>
          <p:cNvSpPr>
            <a:spLocks noGrp="1"/>
          </p:cNvSpPr>
          <p:nvPr>
            <p:ph sz="quarter" idx="38" hasCustomPrompt="1"/>
          </p:nvPr>
        </p:nvSpPr>
        <p:spPr>
          <a:xfrm>
            <a:off x="952500" y="9890762"/>
            <a:ext cx="10668000" cy="2339588"/>
          </a:xfrm>
        </p:spPr>
        <p:txBody>
          <a:bodyPr lIns="91440" tIns="182880"/>
          <a:lstStyle>
            <a:lvl1pPr>
              <a:defRPr sz="2668" baseline="0"/>
            </a:lvl1pPr>
            <a:lvl2pPr>
              <a:defRPr sz="2332"/>
            </a:lvl2pPr>
            <a:lvl3pPr>
              <a:defRPr sz="2332"/>
            </a:lvl3pPr>
            <a:lvl4pPr>
              <a:defRPr sz="2332"/>
            </a:lvl4pPr>
            <a:lvl5pPr>
              <a:defRPr sz="2332"/>
            </a:lvl5pPr>
            <a:lvl6pPr>
              <a:defRPr sz="2332"/>
            </a:lvl6pPr>
            <a:lvl7pPr>
              <a:defRPr sz="2332"/>
            </a:lvl7pPr>
            <a:lvl8pPr>
              <a:defRPr sz="2332"/>
            </a:lvl8pPr>
            <a:lvl9pPr>
              <a:defRPr sz="2332"/>
            </a:lvl9pPr>
          </a:lstStyle>
          <a:p>
            <a:pPr lvl="0"/>
            <a:r>
              <a:rPr lang="en-US"/>
              <a:t>Use this placeholder to add text or other content</a:t>
            </a:r>
          </a:p>
          <a:p>
            <a:pPr lvl="1"/>
            <a:r>
              <a:rPr lang="en-US"/>
              <a:t>Second level</a:t>
            </a:r>
          </a:p>
          <a:p>
            <a:pPr lvl="2"/>
            <a:r>
              <a:rPr lang="en-US"/>
              <a:t>Third level</a:t>
            </a:r>
          </a:p>
          <a:p>
            <a:pPr lvl="3"/>
            <a:r>
              <a:rPr lang="en-US"/>
              <a:t>Fourth level</a:t>
            </a:r>
          </a:p>
        </p:txBody>
      </p:sp>
      <p:sp>
        <p:nvSpPr>
          <p:cNvPr id="11" name="Text Placeholder 6"/>
          <p:cNvSpPr>
            <a:spLocks noGrp="1"/>
          </p:cNvSpPr>
          <p:nvPr>
            <p:ph type="body" sz="quarter" idx="17" hasCustomPrompt="1"/>
          </p:nvPr>
        </p:nvSpPr>
        <p:spPr>
          <a:xfrm>
            <a:off x="952500" y="12458700"/>
            <a:ext cx="10668000" cy="10160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4500" cap="none" baseline="0">
                <a:solidFill>
                  <a:schemeClr val="bg1"/>
                </a:solidFill>
                <a:latin typeface="+mj-lt"/>
              </a:defRPr>
            </a:lvl1pPr>
            <a:lvl2pPr marL="0" indent="0">
              <a:spcBef>
                <a:spcPts val="0"/>
              </a:spcBef>
              <a:buNone/>
              <a:defRPr sz="5000" cap="all" baseline="0">
                <a:solidFill>
                  <a:schemeClr val="bg1"/>
                </a:solidFill>
                <a:latin typeface="+mj-lt"/>
              </a:defRPr>
            </a:lvl2pPr>
            <a:lvl3pPr marL="0" indent="0">
              <a:spcBef>
                <a:spcPts val="0"/>
              </a:spcBef>
              <a:buNone/>
              <a:defRPr sz="5000" cap="all" baseline="0">
                <a:solidFill>
                  <a:schemeClr val="bg1"/>
                </a:solidFill>
                <a:latin typeface="+mj-lt"/>
              </a:defRPr>
            </a:lvl3pPr>
            <a:lvl4pPr marL="0" indent="0">
              <a:spcBef>
                <a:spcPts val="0"/>
              </a:spcBef>
              <a:buNone/>
              <a:defRPr sz="5000" cap="all" baseline="0">
                <a:solidFill>
                  <a:schemeClr val="bg1"/>
                </a:solidFill>
                <a:latin typeface="+mj-lt"/>
              </a:defRPr>
            </a:lvl4pPr>
            <a:lvl5pPr marL="0" indent="0">
              <a:spcBef>
                <a:spcPts val="0"/>
              </a:spcBef>
              <a:buNone/>
              <a:defRPr sz="5000" cap="all" baseline="0">
                <a:solidFill>
                  <a:schemeClr val="bg1"/>
                </a:solidFill>
                <a:latin typeface="+mj-lt"/>
              </a:defRPr>
            </a:lvl5pPr>
            <a:lvl6pPr marL="0" indent="0">
              <a:spcBef>
                <a:spcPts val="0"/>
              </a:spcBef>
              <a:buNone/>
              <a:defRPr sz="5000" cap="all" baseline="0">
                <a:solidFill>
                  <a:schemeClr val="bg1"/>
                </a:solidFill>
                <a:latin typeface="+mj-lt"/>
              </a:defRPr>
            </a:lvl6pPr>
            <a:lvl7pPr marL="0" indent="0">
              <a:spcBef>
                <a:spcPts val="0"/>
              </a:spcBef>
              <a:buNone/>
              <a:defRPr sz="5000" cap="all" baseline="0">
                <a:solidFill>
                  <a:schemeClr val="bg1"/>
                </a:solidFill>
                <a:latin typeface="+mj-lt"/>
              </a:defRPr>
            </a:lvl7pPr>
            <a:lvl8pPr marL="0" indent="0">
              <a:spcBef>
                <a:spcPts val="0"/>
              </a:spcBef>
              <a:buNone/>
              <a:defRPr sz="5000" cap="all" baseline="0">
                <a:solidFill>
                  <a:schemeClr val="bg1"/>
                </a:solidFill>
                <a:latin typeface="+mj-lt"/>
              </a:defRPr>
            </a:lvl8pPr>
            <a:lvl9pPr marL="0" indent="0">
              <a:spcBef>
                <a:spcPts val="0"/>
              </a:spcBef>
              <a:buNone/>
              <a:defRPr sz="5000" cap="all" baseline="0">
                <a:solidFill>
                  <a:schemeClr val="bg1"/>
                </a:solidFill>
                <a:latin typeface="+mj-lt"/>
              </a:defRPr>
            </a:lvl9pPr>
          </a:lstStyle>
          <a:p>
            <a:pPr lvl="0"/>
            <a:r>
              <a:rPr lang="en-US"/>
              <a:t>Heading</a:t>
            </a:r>
          </a:p>
        </p:txBody>
      </p:sp>
      <p:sp>
        <p:nvSpPr>
          <p:cNvPr id="20" name="Content Placeholder 17"/>
          <p:cNvSpPr>
            <a:spLocks noGrp="1"/>
          </p:cNvSpPr>
          <p:nvPr>
            <p:ph sz="quarter" idx="25" hasCustomPrompt="1"/>
          </p:nvPr>
        </p:nvSpPr>
        <p:spPr>
          <a:xfrm>
            <a:off x="952500" y="13700762"/>
            <a:ext cx="10668000" cy="5022884"/>
          </a:xfrm>
        </p:spPr>
        <p:txBody>
          <a:bodyPr lIns="91440" tIns="182880"/>
          <a:lstStyle>
            <a:lvl1pPr>
              <a:defRPr sz="2668" baseline="0"/>
            </a:lvl1pPr>
            <a:lvl2pPr>
              <a:defRPr sz="2332"/>
            </a:lvl2pPr>
            <a:lvl3pPr>
              <a:defRPr sz="2332"/>
            </a:lvl3pPr>
            <a:lvl4pPr>
              <a:defRPr sz="2332"/>
            </a:lvl4pPr>
            <a:lvl5pPr>
              <a:defRPr sz="2332"/>
            </a:lvl5pPr>
            <a:lvl6pPr>
              <a:defRPr sz="2332"/>
            </a:lvl6pPr>
            <a:lvl7pPr>
              <a:defRPr sz="2332"/>
            </a:lvl7pPr>
            <a:lvl8pPr>
              <a:defRPr sz="2332"/>
            </a:lvl8pPr>
            <a:lvl9pPr>
              <a:defRPr sz="2332"/>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13" name="Text Placeholder 6"/>
          <p:cNvSpPr>
            <a:spLocks noGrp="1"/>
          </p:cNvSpPr>
          <p:nvPr>
            <p:ph type="body" sz="quarter" idx="19" hasCustomPrompt="1"/>
          </p:nvPr>
        </p:nvSpPr>
        <p:spPr>
          <a:xfrm>
            <a:off x="952500" y="19072860"/>
            <a:ext cx="10668000" cy="10160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4500" cap="none" baseline="0">
                <a:solidFill>
                  <a:schemeClr val="bg1"/>
                </a:solidFill>
                <a:latin typeface="+mj-lt"/>
              </a:defRPr>
            </a:lvl1pPr>
            <a:lvl2pPr marL="0" indent="0">
              <a:spcBef>
                <a:spcPts val="0"/>
              </a:spcBef>
              <a:buNone/>
              <a:defRPr sz="5000" cap="all" baseline="0">
                <a:solidFill>
                  <a:schemeClr val="bg1"/>
                </a:solidFill>
                <a:latin typeface="+mj-lt"/>
              </a:defRPr>
            </a:lvl2pPr>
            <a:lvl3pPr marL="0" indent="0">
              <a:spcBef>
                <a:spcPts val="0"/>
              </a:spcBef>
              <a:buNone/>
              <a:defRPr sz="5000" cap="all" baseline="0">
                <a:solidFill>
                  <a:schemeClr val="bg1"/>
                </a:solidFill>
                <a:latin typeface="+mj-lt"/>
              </a:defRPr>
            </a:lvl3pPr>
            <a:lvl4pPr marL="0" indent="0">
              <a:spcBef>
                <a:spcPts val="0"/>
              </a:spcBef>
              <a:buNone/>
              <a:defRPr sz="5000" cap="all" baseline="0">
                <a:solidFill>
                  <a:schemeClr val="bg1"/>
                </a:solidFill>
                <a:latin typeface="+mj-lt"/>
              </a:defRPr>
            </a:lvl4pPr>
            <a:lvl5pPr marL="0" indent="0">
              <a:spcBef>
                <a:spcPts val="0"/>
              </a:spcBef>
              <a:buNone/>
              <a:defRPr sz="5000" cap="all" baseline="0">
                <a:solidFill>
                  <a:schemeClr val="bg1"/>
                </a:solidFill>
                <a:latin typeface="+mj-lt"/>
              </a:defRPr>
            </a:lvl5pPr>
            <a:lvl6pPr marL="0" indent="0">
              <a:spcBef>
                <a:spcPts val="0"/>
              </a:spcBef>
              <a:buNone/>
              <a:defRPr sz="5000" cap="all" baseline="0">
                <a:solidFill>
                  <a:schemeClr val="bg1"/>
                </a:solidFill>
                <a:latin typeface="+mj-lt"/>
              </a:defRPr>
            </a:lvl6pPr>
            <a:lvl7pPr marL="0" indent="0">
              <a:spcBef>
                <a:spcPts val="0"/>
              </a:spcBef>
              <a:buNone/>
              <a:defRPr sz="5000" cap="all" baseline="0">
                <a:solidFill>
                  <a:schemeClr val="bg1"/>
                </a:solidFill>
                <a:latin typeface="+mj-lt"/>
              </a:defRPr>
            </a:lvl7pPr>
            <a:lvl8pPr marL="0" indent="0">
              <a:spcBef>
                <a:spcPts val="0"/>
              </a:spcBef>
              <a:buNone/>
              <a:defRPr sz="5000" cap="all" baseline="0">
                <a:solidFill>
                  <a:schemeClr val="bg1"/>
                </a:solidFill>
                <a:latin typeface="+mj-lt"/>
              </a:defRPr>
            </a:lvl8pPr>
            <a:lvl9pPr marL="0" indent="0">
              <a:spcBef>
                <a:spcPts val="0"/>
              </a:spcBef>
              <a:buNone/>
              <a:defRPr sz="5000" cap="all" baseline="0">
                <a:solidFill>
                  <a:schemeClr val="bg1"/>
                </a:solidFill>
                <a:latin typeface="+mj-lt"/>
              </a:defRPr>
            </a:lvl9pPr>
          </a:lstStyle>
          <a:p>
            <a:pPr lvl="0"/>
            <a:r>
              <a:rPr lang="en-US"/>
              <a:t>Heading</a:t>
            </a:r>
          </a:p>
        </p:txBody>
      </p:sp>
      <p:sp>
        <p:nvSpPr>
          <p:cNvPr id="21" name="Content Placeholder 17"/>
          <p:cNvSpPr>
            <a:spLocks noGrp="1"/>
          </p:cNvSpPr>
          <p:nvPr>
            <p:ph sz="quarter" idx="26" hasCustomPrompt="1"/>
          </p:nvPr>
        </p:nvSpPr>
        <p:spPr>
          <a:xfrm>
            <a:off x="952500" y="20276820"/>
            <a:ext cx="10668000" cy="6080760"/>
          </a:xfrm>
        </p:spPr>
        <p:txBody>
          <a:bodyPr lIns="91440" tIns="182880"/>
          <a:lstStyle>
            <a:lvl1pPr>
              <a:defRPr sz="2668" baseline="0"/>
            </a:lvl1pPr>
            <a:lvl2pPr>
              <a:defRPr sz="2332"/>
            </a:lvl2pPr>
            <a:lvl3pPr>
              <a:defRPr sz="2332"/>
            </a:lvl3pPr>
            <a:lvl4pPr>
              <a:defRPr sz="2332"/>
            </a:lvl4pPr>
            <a:lvl5pPr>
              <a:defRPr sz="2332"/>
            </a:lvl5pPr>
            <a:lvl6pPr>
              <a:defRPr sz="2332"/>
            </a:lvl6pPr>
            <a:lvl7pPr>
              <a:defRPr sz="2332"/>
            </a:lvl7pPr>
            <a:lvl8pPr>
              <a:defRPr sz="2332"/>
            </a:lvl8pPr>
            <a:lvl9pPr>
              <a:defRPr sz="2332"/>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15" name="Text Placeholder 6"/>
          <p:cNvSpPr>
            <a:spLocks noGrp="1"/>
          </p:cNvSpPr>
          <p:nvPr>
            <p:ph type="body" sz="quarter" idx="21" hasCustomPrompt="1"/>
          </p:nvPr>
        </p:nvSpPr>
        <p:spPr>
          <a:xfrm>
            <a:off x="12954000" y="4724400"/>
            <a:ext cx="10668000" cy="10160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4500" cap="none" baseline="0">
                <a:solidFill>
                  <a:schemeClr val="bg1"/>
                </a:solidFill>
                <a:latin typeface="+mj-lt"/>
              </a:defRPr>
            </a:lvl1pPr>
            <a:lvl2pPr marL="0" indent="0">
              <a:spcBef>
                <a:spcPts val="0"/>
              </a:spcBef>
              <a:buNone/>
              <a:defRPr sz="5000" cap="all" baseline="0">
                <a:solidFill>
                  <a:schemeClr val="bg1"/>
                </a:solidFill>
                <a:latin typeface="+mj-lt"/>
              </a:defRPr>
            </a:lvl2pPr>
            <a:lvl3pPr marL="0" indent="0">
              <a:spcBef>
                <a:spcPts val="0"/>
              </a:spcBef>
              <a:buNone/>
              <a:defRPr sz="5000" cap="all" baseline="0">
                <a:solidFill>
                  <a:schemeClr val="bg1"/>
                </a:solidFill>
                <a:latin typeface="+mj-lt"/>
              </a:defRPr>
            </a:lvl3pPr>
            <a:lvl4pPr marL="0" indent="0">
              <a:spcBef>
                <a:spcPts val="0"/>
              </a:spcBef>
              <a:buNone/>
              <a:defRPr sz="5000" cap="all" baseline="0">
                <a:solidFill>
                  <a:schemeClr val="bg1"/>
                </a:solidFill>
                <a:latin typeface="+mj-lt"/>
              </a:defRPr>
            </a:lvl4pPr>
            <a:lvl5pPr marL="0" indent="0">
              <a:spcBef>
                <a:spcPts val="0"/>
              </a:spcBef>
              <a:buNone/>
              <a:defRPr sz="5000" cap="all" baseline="0">
                <a:solidFill>
                  <a:schemeClr val="bg1"/>
                </a:solidFill>
                <a:latin typeface="+mj-lt"/>
              </a:defRPr>
            </a:lvl5pPr>
            <a:lvl6pPr marL="0" indent="0">
              <a:spcBef>
                <a:spcPts val="0"/>
              </a:spcBef>
              <a:buNone/>
              <a:defRPr sz="5000" cap="all" baseline="0">
                <a:solidFill>
                  <a:schemeClr val="bg1"/>
                </a:solidFill>
                <a:latin typeface="+mj-lt"/>
              </a:defRPr>
            </a:lvl6pPr>
            <a:lvl7pPr marL="0" indent="0">
              <a:spcBef>
                <a:spcPts val="0"/>
              </a:spcBef>
              <a:buNone/>
              <a:defRPr sz="5000" cap="all" baseline="0">
                <a:solidFill>
                  <a:schemeClr val="bg1"/>
                </a:solidFill>
                <a:latin typeface="+mj-lt"/>
              </a:defRPr>
            </a:lvl7pPr>
            <a:lvl8pPr marL="0" indent="0">
              <a:spcBef>
                <a:spcPts val="0"/>
              </a:spcBef>
              <a:buNone/>
              <a:defRPr sz="5000" cap="all" baseline="0">
                <a:solidFill>
                  <a:schemeClr val="bg1"/>
                </a:solidFill>
                <a:latin typeface="+mj-lt"/>
              </a:defRPr>
            </a:lvl8pPr>
            <a:lvl9pPr marL="0" indent="0">
              <a:spcBef>
                <a:spcPts val="0"/>
              </a:spcBef>
              <a:buNone/>
              <a:defRPr sz="5000" cap="all" baseline="0">
                <a:solidFill>
                  <a:schemeClr val="bg1"/>
                </a:solidFill>
                <a:latin typeface="+mj-lt"/>
              </a:defRPr>
            </a:lvl9pPr>
          </a:lstStyle>
          <a:p>
            <a:pPr lvl="0"/>
            <a:r>
              <a:rPr lang="en-US"/>
              <a:t>Heading</a:t>
            </a:r>
          </a:p>
        </p:txBody>
      </p:sp>
      <p:sp>
        <p:nvSpPr>
          <p:cNvPr id="22" name="Content Placeholder 17"/>
          <p:cNvSpPr>
            <a:spLocks noGrp="1"/>
          </p:cNvSpPr>
          <p:nvPr>
            <p:ph sz="quarter" idx="27" hasCustomPrompt="1"/>
          </p:nvPr>
        </p:nvSpPr>
        <p:spPr>
          <a:xfrm>
            <a:off x="12954000" y="5928362"/>
            <a:ext cx="10668000" cy="5662964"/>
          </a:xfrm>
        </p:spPr>
        <p:txBody>
          <a:bodyPr lIns="91440" tIns="182880"/>
          <a:lstStyle>
            <a:lvl1pPr>
              <a:defRPr sz="2668" baseline="0"/>
            </a:lvl1pPr>
            <a:lvl2pPr>
              <a:defRPr sz="2332"/>
            </a:lvl2pPr>
            <a:lvl3pPr>
              <a:defRPr sz="2332"/>
            </a:lvl3pPr>
            <a:lvl4pPr>
              <a:defRPr sz="2332"/>
            </a:lvl4pPr>
            <a:lvl5pPr>
              <a:defRPr sz="2332"/>
            </a:lvl5pPr>
            <a:lvl6pPr>
              <a:defRPr sz="2332"/>
            </a:lvl6pPr>
            <a:lvl7pPr>
              <a:defRPr sz="2332"/>
            </a:lvl7pPr>
            <a:lvl8pPr>
              <a:defRPr sz="2332"/>
            </a:lvl8pPr>
            <a:lvl9pPr>
              <a:defRPr sz="2332"/>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38" name="Text Placeholder 6"/>
          <p:cNvSpPr>
            <a:spLocks noGrp="1"/>
          </p:cNvSpPr>
          <p:nvPr>
            <p:ph type="body" sz="quarter" idx="40" hasCustomPrompt="1"/>
          </p:nvPr>
        </p:nvSpPr>
        <p:spPr>
          <a:xfrm>
            <a:off x="12954000" y="11940540"/>
            <a:ext cx="10668000" cy="10160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4500" cap="none" baseline="0">
                <a:solidFill>
                  <a:schemeClr val="bg1"/>
                </a:solidFill>
                <a:latin typeface="+mj-lt"/>
              </a:defRPr>
            </a:lvl1pPr>
            <a:lvl2pPr marL="0" indent="0">
              <a:spcBef>
                <a:spcPts val="0"/>
              </a:spcBef>
              <a:buNone/>
              <a:defRPr sz="5000" cap="all" baseline="0">
                <a:solidFill>
                  <a:schemeClr val="bg1"/>
                </a:solidFill>
                <a:latin typeface="+mj-lt"/>
              </a:defRPr>
            </a:lvl2pPr>
            <a:lvl3pPr marL="0" indent="0">
              <a:spcBef>
                <a:spcPts val="0"/>
              </a:spcBef>
              <a:buNone/>
              <a:defRPr sz="5000" cap="all" baseline="0">
                <a:solidFill>
                  <a:schemeClr val="bg1"/>
                </a:solidFill>
                <a:latin typeface="+mj-lt"/>
              </a:defRPr>
            </a:lvl3pPr>
            <a:lvl4pPr marL="0" indent="0">
              <a:spcBef>
                <a:spcPts val="0"/>
              </a:spcBef>
              <a:buNone/>
              <a:defRPr sz="5000" cap="all" baseline="0">
                <a:solidFill>
                  <a:schemeClr val="bg1"/>
                </a:solidFill>
                <a:latin typeface="+mj-lt"/>
              </a:defRPr>
            </a:lvl4pPr>
            <a:lvl5pPr marL="0" indent="0">
              <a:spcBef>
                <a:spcPts val="0"/>
              </a:spcBef>
              <a:buNone/>
              <a:defRPr sz="5000" cap="all" baseline="0">
                <a:solidFill>
                  <a:schemeClr val="bg1"/>
                </a:solidFill>
                <a:latin typeface="+mj-lt"/>
              </a:defRPr>
            </a:lvl5pPr>
            <a:lvl6pPr marL="0" indent="0">
              <a:spcBef>
                <a:spcPts val="0"/>
              </a:spcBef>
              <a:buNone/>
              <a:defRPr sz="5000" cap="all" baseline="0">
                <a:solidFill>
                  <a:schemeClr val="bg1"/>
                </a:solidFill>
                <a:latin typeface="+mj-lt"/>
              </a:defRPr>
            </a:lvl6pPr>
            <a:lvl7pPr marL="0" indent="0">
              <a:spcBef>
                <a:spcPts val="0"/>
              </a:spcBef>
              <a:buNone/>
              <a:defRPr sz="5000" cap="all" baseline="0">
                <a:solidFill>
                  <a:schemeClr val="bg1"/>
                </a:solidFill>
                <a:latin typeface="+mj-lt"/>
              </a:defRPr>
            </a:lvl7pPr>
            <a:lvl8pPr marL="0" indent="0">
              <a:spcBef>
                <a:spcPts val="0"/>
              </a:spcBef>
              <a:buNone/>
              <a:defRPr sz="5000" cap="all" baseline="0">
                <a:solidFill>
                  <a:schemeClr val="bg1"/>
                </a:solidFill>
                <a:latin typeface="+mj-lt"/>
              </a:defRPr>
            </a:lvl8pPr>
            <a:lvl9pPr marL="0" indent="0">
              <a:spcBef>
                <a:spcPts val="0"/>
              </a:spcBef>
              <a:buNone/>
              <a:defRPr sz="5000" cap="all" baseline="0">
                <a:solidFill>
                  <a:schemeClr val="bg1"/>
                </a:solidFill>
                <a:latin typeface="+mj-lt"/>
              </a:defRPr>
            </a:lvl9pPr>
          </a:lstStyle>
          <a:p>
            <a:pPr lvl="0"/>
            <a:r>
              <a:rPr lang="en-US"/>
              <a:t>Heading</a:t>
            </a:r>
          </a:p>
        </p:txBody>
      </p:sp>
      <p:sp>
        <p:nvSpPr>
          <p:cNvPr id="18" name="Content Placeholder 17"/>
          <p:cNvSpPr>
            <a:spLocks noGrp="1"/>
          </p:cNvSpPr>
          <p:nvPr>
            <p:ph sz="quarter" idx="23" hasCustomPrompt="1"/>
          </p:nvPr>
        </p:nvSpPr>
        <p:spPr>
          <a:xfrm>
            <a:off x="12954000" y="13144500"/>
            <a:ext cx="10668000" cy="5579144"/>
          </a:xfrm>
        </p:spPr>
        <p:txBody>
          <a:bodyPr lIns="91440" tIns="182880"/>
          <a:lstStyle>
            <a:lvl1pPr>
              <a:defRPr sz="2668" baseline="0"/>
            </a:lvl1pPr>
            <a:lvl2pPr>
              <a:defRPr sz="2332"/>
            </a:lvl2pPr>
            <a:lvl3pPr>
              <a:defRPr sz="2332"/>
            </a:lvl3pPr>
            <a:lvl4pPr>
              <a:defRPr sz="2332"/>
            </a:lvl4pPr>
            <a:lvl5pPr>
              <a:defRPr sz="2332"/>
            </a:lvl5pPr>
            <a:lvl6pPr>
              <a:defRPr sz="2332"/>
            </a:lvl6pPr>
            <a:lvl7pPr>
              <a:defRPr sz="2332"/>
            </a:lvl7pPr>
            <a:lvl8pPr>
              <a:defRPr sz="2332"/>
            </a:lvl8pPr>
            <a:lvl9pPr>
              <a:defRPr sz="2332"/>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24" name="Text Placeholder 6"/>
          <p:cNvSpPr>
            <a:spLocks noGrp="1"/>
          </p:cNvSpPr>
          <p:nvPr>
            <p:ph type="body" sz="quarter" idx="29" hasCustomPrompt="1"/>
          </p:nvPr>
        </p:nvSpPr>
        <p:spPr>
          <a:xfrm>
            <a:off x="12954000" y="19072860"/>
            <a:ext cx="10668000" cy="10160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4500" cap="none" baseline="0">
                <a:solidFill>
                  <a:schemeClr val="bg1"/>
                </a:solidFill>
                <a:latin typeface="+mj-lt"/>
              </a:defRPr>
            </a:lvl1pPr>
            <a:lvl2pPr marL="0" indent="0">
              <a:spcBef>
                <a:spcPts val="0"/>
              </a:spcBef>
              <a:buNone/>
              <a:defRPr sz="5000" cap="all" baseline="0">
                <a:solidFill>
                  <a:schemeClr val="bg1"/>
                </a:solidFill>
                <a:latin typeface="+mj-lt"/>
              </a:defRPr>
            </a:lvl2pPr>
            <a:lvl3pPr marL="0" indent="0">
              <a:spcBef>
                <a:spcPts val="0"/>
              </a:spcBef>
              <a:buNone/>
              <a:defRPr sz="5000" cap="all" baseline="0">
                <a:solidFill>
                  <a:schemeClr val="bg1"/>
                </a:solidFill>
                <a:latin typeface="+mj-lt"/>
              </a:defRPr>
            </a:lvl3pPr>
            <a:lvl4pPr marL="0" indent="0">
              <a:spcBef>
                <a:spcPts val="0"/>
              </a:spcBef>
              <a:buNone/>
              <a:defRPr sz="5000" cap="all" baseline="0">
                <a:solidFill>
                  <a:schemeClr val="bg1"/>
                </a:solidFill>
                <a:latin typeface="+mj-lt"/>
              </a:defRPr>
            </a:lvl4pPr>
            <a:lvl5pPr marL="0" indent="0">
              <a:spcBef>
                <a:spcPts val="0"/>
              </a:spcBef>
              <a:buNone/>
              <a:defRPr sz="5000" cap="all" baseline="0">
                <a:solidFill>
                  <a:schemeClr val="bg1"/>
                </a:solidFill>
                <a:latin typeface="+mj-lt"/>
              </a:defRPr>
            </a:lvl5pPr>
            <a:lvl6pPr marL="0" indent="0">
              <a:spcBef>
                <a:spcPts val="0"/>
              </a:spcBef>
              <a:buNone/>
              <a:defRPr sz="5000" cap="all" baseline="0">
                <a:solidFill>
                  <a:schemeClr val="bg1"/>
                </a:solidFill>
                <a:latin typeface="+mj-lt"/>
              </a:defRPr>
            </a:lvl6pPr>
            <a:lvl7pPr marL="0" indent="0">
              <a:spcBef>
                <a:spcPts val="0"/>
              </a:spcBef>
              <a:buNone/>
              <a:defRPr sz="5000" cap="all" baseline="0">
                <a:solidFill>
                  <a:schemeClr val="bg1"/>
                </a:solidFill>
                <a:latin typeface="+mj-lt"/>
              </a:defRPr>
            </a:lvl7pPr>
            <a:lvl8pPr marL="0" indent="0">
              <a:spcBef>
                <a:spcPts val="0"/>
              </a:spcBef>
              <a:buNone/>
              <a:defRPr sz="5000" cap="all" baseline="0">
                <a:solidFill>
                  <a:schemeClr val="bg1"/>
                </a:solidFill>
                <a:latin typeface="+mj-lt"/>
              </a:defRPr>
            </a:lvl8pPr>
            <a:lvl9pPr marL="0" indent="0">
              <a:spcBef>
                <a:spcPts val="0"/>
              </a:spcBef>
              <a:buNone/>
              <a:defRPr sz="5000" cap="all" baseline="0">
                <a:solidFill>
                  <a:schemeClr val="bg1"/>
                </a:solidFill>
                <a:latin typeface="+mj-lt"/>
              </a:defRPr>
            </a:lvl9pPr>
          </a:lstStyle>
          <a:p>
            <a:pPr lvl="0"/>
            <a:r>
              <a:rPr lang="en-US"/>
              <a:t>Heading</a:t>
            </a:r>
          </a:p>
        </p:txBody>
      </p:sp>
      <p:sp>
        <p:nvSpPr>
          <p:cNvPr id="25" name="Content Placeholder 17"/>
          <p:cNvSpPr>
            <a:spLocks noGrp="1"/>
          </p:cNvSpPr>
          <p:nvPr>
            <p:ph sz="quarter" idx="30" hasCustomPrompt="1"/>
          </p:nvPr>
        </p:nvSpPr>
        <p:spPr>
          <a:xfrm>
            <a:off x="12954000" y="20276820"/>
            <a:ext cx="10668000" cy="6080760"/>
          </a:xfrm>
        </p:spPr>
        <p:txBody>
          <a:bodyPr lIns="91440" tIns="182880"/>
          <a:lstStyle>
            <a:lvl1pPr>
              <a:defRPr sz="2668" baseline="0"/>
            </a:lvl1pPr>
            <a:lvl2pPr>
              <a:defRPr sz="2332"/>
            </a:lvl2pPr>
            <a:lvl3pPr>
              <a:defRPr sz="2332"/>
            </a:lvl3pPr>
            <a:lvl4pPr>
              <a:defRPr sz="2332"/>
            </a:lvl4pPr>
            <a:lvl5pPr>
              <a:defRPr sz="2332"/>
            </a:lvl5pPr>
            <a:lvl6pPr>
              <a:defRPr sz="2332"/>
            </a:lvl6pPr>
            <a:lvl7pPr>
              <a:defRPr sz="2332"/>
            </a:lvl7pPr>
            <a:lvl8pPr>
              <a:defRPr sz="2332"/>
            </a:lvl8pPr>
            <a:lvl9pPr>
              <a:defRPr sz="2332"/>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26" name="Text Placeholder 6"/>
          <p:cNvSpPr>
            <a:spLocks noGrp="1"/>
          </p:cNvSpPr>
          <p:nvPr>
            <p:ph type="body" sz="quarter" idx="31" hasCustomPrompt="1"/>
          </p:nvPr>
        </p:nvSpPr>
        <p:spPr>
          <a:xfrm>
            <a:off x="24917400" y="4724400"/>
            <a:ext cx="10668000" cy="10160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4500" cap="none" baseline="0">
                <a:solidFill>
                  <a:schemeClr val="bg1"/>
                </a:solidFill>
                <a:latin typeface="+mj-lt"/>
              </a:defRPr>
            </a:lvl1pPr>
            <a:lvl2pPr marL="0" indent="0">
              <a:spcBef>
                <a:spcPts val="0"/>
              </a:spcBef>
              <a:buNone/>
              <a:defRPr sz="5000" cap="all" baseline="0">
                <a:solidFill>
                  <a:schemeClr val="bg1"/>
                </a:solidFill>
                <a:latin typeface="+mj-lt"/>
              </a:defRPr>
            </a:lvl2pPr>
            <a:lvl3pPr marL="0" indent="0">
              <a:spcBef>
                <a:spcPts val="0"/>
              </a:spcBef>
              <a:buNone/>
              <a:defRPr sz="5000" cap="all" baseline="0">
                <a:solidFill>
                  <a:schemeClr val="bg1"/>
                </a:solidFill>
                <a:latin typeface="+mj-lt"/>
              </a:defRPr>
            </a:lvl3pPr>
            <a:lvl4pPr marL="0" indent="0">
              <a:spcBef>
                <a:spcPts val="0"/>
              </a:spcBef>
              <a:buNone/>
              <a:defRPr sz="5000" cap="all" baseline="0">
                <a:solidFill>
                  <a:schemeClr val="bg1"/>
                </a:solidFill>
                <a:latin typeface="+mj-lt"/>
              </a:defRPr>
            </a:lvl4pPr>
            <a:lvl5pPr marL="0" indent="0">
              <a:spcBef>
                <a:spcPts val="0"/>
              </a:spcBef>
              <a:buNone/>
              <a:defRPr sz="5000" cap="all" baseline="0">
                <a:solidFill>
                  <a:schemeClr val="bg1"/>
                </a:solidFill>
                <a:latin typeface="+mj-lt"/>
              </a:defRPr>
            </a:lvl5pPr>
            <a:lvl6pPr marL="0" indent="0">
              <a:spcBef>
                <a:spcPts val="0"/>
              </a:spcBef>
              <a:buNone/>
              <a:defRPr sz="5000" cap="all" baseline="0">
                <a:solidFill>
                  <a:schemeClr val="bg1"/>
                </a:solidFill>
                <a:latin typeface="+mj-lt"/>
              </a:defRPr>
            </a:lvl6pPr>
            <a:lvl7pPr marL="0" indent="0">
              <a:spcBef>
                <a:spcPts val="0"/>
              </a:spcBef>
              <a:buNone/>
              <a:defRPr sz="5000" cap="all" baseline="0">
                <a:solidFill>
                  <a:schemeClr val="bg1"/>
                </a:solidFill>
                <a:latin typeface="+mj-lt"/>
              </a:defRPr>
            </a:lvl7pPr>
            <a:lvl8pPr marL="0" indent="0">
              <a:spcBef>
                <a:spcPts val="0"/>
              </a:spcBef>
              <a:buNone/>
              <a:defRPr sz="5000" cap="all" baseline="0">
                <a:solidFill>
                  <a:schemeClr val="bg1"/>
                </a:solidFill>
                <a:latin typeface="+mj-lt"/>
              </a:defRPr>
            </a:lvl8pPr>
            <a:lvl9pPr marL="0" indent="0">
              <a:spcBef>
                <a:spcPts val="0"/>
              </a:spcBef>
              <a:buNone/>
              <a:defRPr sz="5000" cap="all" baseline="0">
                <a:solidFill>
                  <a:schemeClr val="bg1"/>
                </a:solidFill>
                <a:latin typeface="+mj-lt"/>
              </a:defRPr>
            </a:lvl9pPr>
          </a:lstStyle>
          <a:p>
            <a:pPr lvl="0"/>
            <a:r>
              <a:rPr lang="en-US"/>
              <a:t>Heading</a:t>
            </a:r>
          </a:p>
        </p:txBody>
      </p:sp>
      <p:sp>
        <p:nvSpPr>
          <p:cNvPr id="27" name="Content Placeholder 17"/>
          <p:cNvSpPr>
            <a:spLocks noGrp="1"/>
          </p:cNvSpPr>
          <p:nvPr>
            <p:ph sz="quarter" idx="32" hasCustomPrompt="1"/>
          </p:nvPr>
        </p:nvSpPr>
        <p:spPr>
          <a:xfrm>
            <a:off x="24917400" y="5928360"/>
            <a:ext cx="10668000" cy="6096000"/>
          </a:xfrm>
        </p:spPr>
        <p:txBody>
          <a:bodyPr lIns="91440" tIns="182880"/>
          <a:lstStyle>
            <a:lvl1pPr>
              <a:defRPr sz="2668" baseline="0"/>
            </a:lvl1pPr>
            <a:lvl2pPr>
              <a:defRPr sz="2332"/>
            </a:lvl2pPr>
            <a:lvl3pPr>
              <a:defRPr sz="2332"/>
            </a:lvl3pPr>
            <a:lvl4pPr>
              <a:defRPr sz="2332"/>
            </a:lvl4pPr>
            <a:lvl5pPr>
              <a:defRPr sz="2332"/>
            </a:lvl5pPr>
            <a:lvl6pPr>
              <a:defRPr sz="2332"/>
            </a:lvl6pPr>
            <a:lvl7pPr>
              <a:defRPr sz="2332"/>
            </a:lvl7pPr>
            <a:lvl8pPr>
              <a:defRPr sz="2332"/>
            </a:lvl8pPr>
            <a:lvl9pPr>
              <a:defRPr sz="2332"/>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28" name="Content Placeholder 17"/>
          <p:cNvSpPr>
            <a:spLocks noGrp="1"/>
          </p:cNvSpPr>
          <p:nvPr>
            <p:ph sz="quarter" idx="33" hasCustomPrompt="1"/>
          </p:nvPr>
        </p:nvSpPr>
        <p:spPr>
          <a:xfrm>
            <a:off x="24917400" y="12429028"/>
            <a:ext cx="10668000" cy="3782176"/>
          </a:xfrm>
        </p:spPr>
        <p:txBody>
          <a:bodyPr lIns="91440" tIns="182880"/>
          <a:lstStyle>
            <a:lvl1pPr>
              <a:defRPr sz="2668" baseline="0"/>
            </a:lvl1pPr>
            <a:lvl2pPr>
              <a:defRPr sz="2332"/>
            </a:lvl2pPr>
            <a:lvl3pPr>
              <a:defRPr sz="2332"/>
            </a:lvl3pPr>
            <a:lvl4pPr>
              <a:defRPr sz="2332"/>
            </a:lvl4pPr>
            <a:lvl5pPr>
              <a:defRPr sz="2332"/>
            </a:lvl5pPr>
            <a:lvl6pPr>
              <a:defRPr sz="2332"/>
            </a:lvl6pPr>
            <a:lvl7pPr>
              <a:defRPr sz="2332"/>
            </a:lvl7pPr>
            <a:lvl8pPr>
              <a:defRPr sz="2332"/>
            </a:lvl8pPr>
            <a:lvl9pPr>
              <a:defRPr sz="2332"/>
            </a:lvl9pPr>
          </a:lstStyle>
          <a:p>
            <a:pPr lvl="0"/>
            <a:r>
              <a:rPr lang="en-US"/>
              <a:t>Use this placeholder to add text or other content</a:t>
            </a:r>
          </a:p>
          <a:p>
            <a:pPr lvl="1"/>
            <a:r>
              <a:rPr lang="en-US"/>
              <a:t>Second level</a:t>
            </a:r>
          </a:p>
          <a:p>
            <a:pPr lvl="2"/>
            <a:r>
              <a:rPr lang="en-US"/>
              <a:t>Third level</a:t>
            </a:r>
          </a:p>
          <a:p>
            <a:pPr lvl="3"/>
            <a:r>
              <a:rPr lang="en-US"/>
              <a:t>Fourth level</a:t>
            </a:r>
          </a:p>
        </p:txBody>
      </p:sp>
      <p:sp>
        <p:nvSpPr>
          <p:cNvPr id="39" name="Text Placeholder 6"/>
          <p:cNvSpPr>
            <a:spLocks noGrp="1"/>
          </p:cNvSpPr>
          <p:nvPr>
            <p:ph type="body" sz="quarter" idx="41" hasCustomPrompt="1"/>
          </p:nvPr>
        </p:nvSpPr>
        <p:spPr>
          <a:xfrm>
            <a:off x="24917400" y="16472996"/>
            <a:ext cx="10668000" cy="10160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4500" cap="none" baseline="0">
                <a:solidFill>
                  <a:schemeClr val="bg1"/>
                </a:solidFill>
                <a:latin typeface="+mj-lt"/>
              </a:defRPr>
            </a:lvl1pPr>
            <a:lvl2pPr marL="0" indent="0">
              <a:spcBef>
                <a:spcPts val="0"/>
              </a:spcBef>
              <a:buNone/>
              <a:defRPr sz="5000" cap="all" baseline="0">
                <a:solidFill>
                  <a:schemeClr val="bg1"/>
                </a:solidFill>
                <a:latin typeface="+mj-lt"/>
              </a:defRPr>
            </a:lvl2pPr>
            <a:lvl3pPr marL="0" indent="0">
              <a:spcBef>
                <a:spcPts val="0"/>
              </a:spcBef>
              <a:buNone/>
              <a:defRPr sz="5000" cap="all" baseline="0">
                <a:solidFill>
                  <a:schemeClr val="bg1"/>
                </a:solidFill>
                <a:latin typeface="+mj-lt"/>
              </a:defRPr>
            </a:lvl3pPr>
            <a:lvl4pPr marL="0" indent="0">
              <a:spcBef>
                <a:spcPts val="0"/>
              </a:spcBef>
              <a:buNone/>
              <a:defRPr sz="5000" cap="all" baseline="0">
                <a:solidFill>
                  <a:schemeClr val="bg1"/>
                </a:solidFill>
                <a:latin typeface="+mj-lt"/>
              </a:defRPr>
            </a:lvl4pPr>
            <a:lvl5pPr marL="0" indent="0">
              <a:spcBef>
                <a:spcPts val="0"/>
              </a:spcBef>
              <a:buNone/>
              <a:defRPr sz="5000" cap="all" baseline="0">
                <a:solidFill>
                  <a:schemeClr val="bg1"/>
                </a:solidFill>
                <a:latin typeface="+mj-lt"/>
              </a:defRPr>
            </a:lvl5pPr>
            <a:lvl6pPr marL="0" indent="0">
              <a:spcBef>
                <a:spcPts val="0"/>
              </a:spcBef>
              <a:buNone/>
              <a:defRPr sz="5000" cap="all" baseline="0">
                <a:solidFill>
                  <a:schemeClr val="bg1"/>
                </a:solidFill>
                <a:latin typeface="+mj-lt"/>
              </a:defRPr>
            </a:lvl6pPr>
            <a:lvl7pPr marL="0" indent="0">
              <a:spcBef>
                <a:spcPts val="0"/>
              </a:spcBef>
              <a:buNone/>
              <a:defRPr sz="5000" cap="all" baseline="0">
                <a:solidFill>
                  <a:schemeClr val="bg1"/>
                </a:solidFill>
                <a:latin typeface="+mj-lt"/>
              </a:defRPr>
            </a:lvl7pPr>
            <a:lvl8pPr marL="0" indent="0">
              <a:spcBef>
                <a:spcPts val="0"/>
              </a:spcBef>
              <a:buNone/>
              <a:defRPr sz="5000" cap="all" baseline="0">
                <a:solidFill>
                  <a:schemeClr val="bg1"/>
                </a:solidFill>
                <a:latin typeface="+mj-lt"/>
              </a:defRPr>
            </a:lvl8pPr>
            <a:lvl9pPr marL="0" indent="0">
              <a:spcBef>
                <a:spcPts val="0"/>
              </a:spcBef>
              <a:buNone/>
              <a:defRPr sz="5000" cap="all" baseline="0">
                <a:solidFill>
                  <a:schemeClr val="bg1"/>
                </a:solidFill>
                <a:latin typeface="+mj-lt"/>
              </a:defRPr>
            </a:lvl9pPr>
          </a:lstStyle>
          <a:p>
            <a:pPr lvl="0"/>
            <a:r>
              <a:rPr lang="en-US"/>
              <a:t>Heading</a:t>
            </a:r>
          </a:p>
        </p:txBody>
      </p:sp>
      <p:sp>
        <p:nvSpPr>
          <p:cNvPr id="40" name="Content Placeholder 17"/>
          <p:cNvSpPr>
            <a:spLocks noGrp="1"/>
          </p:cNvSpPr>
          <p:nvPr>
            <p:ph sz="quarter" idx="42" hasCustomPrompt="1"/>
          </p:nvPr>
        </p:nvSpPr>
        <p:spPr>
          <a:xfrm>
            <a:off x="24917400" y="17676956"/>
            <a:ext cx="10668000" cy="3620656"/>
          </a:xfrm>
        </p:spPr>
        <p:txBody>
          <a:bodyPr lIns="91440" tIns="182880"/>
          <a:lstStyle>
            <a:lvl1pPr>
              <a:defRPr sz="2668" baseline="0"/>
            </a:lvl1pPr>
            <a:lvl2pPr>
              <a:defRPr sz="2332"/>
            </a:lvl2pPr>
            <a:lvl3pPr>
              <a:defRPr sz="2332"/>
            </a:lvl3pPr>
            <a:lvl4pPr>
              <a:defRPr sz="2332"/>
            </a:lvl4pPr>
            <a:lvl5pPr>
              <a:defRPr sz="2332"/>
            </a:lvl5pPr>
            <a:lvl6pPr>
              <a:defRPr sz="2332"/>
            </a:lvl6pPr>
            <a:lvl7pPr>
              <a:defRPr sz="2332"/>
            </a:lvl7pPr>
            <a:lvl8pPr>
              <a:defRPr sz="2332"/>
            </a:lvl8pPr>
            <a:lvl9pPr>
              <a:defRPr sz="2332"/>
            </a:lvl9pPr>
          </a:lstStyle>
          <a:p>
            <a:pPr lvl="0"/>
            <a:r>
              <a:rPr lang="en-US"/>
              <a:t>Use this placeholder to add text or other content</a:t>
            </a:r>
          </a:p>
          <a:p>
            <a:pPr lvl="1"/>
            <a:r>
              <a:rPr lang="en-US"/>
              <a:t>Second level</a:t>
            </a:r>
          </a:p>
          <a:p>
            <a:pPr lvl="2"/>
            <a:r>
              <a:rPr lang="en-US"/>
              <a:t>Third level</a:t>
            </a:r>
          </a:p>
          <a:p>
            <a:pPr lvl="3"/>
            <a:r>
              <a:rPr lang="en-US"/>
              <a:t>Fourth level</a:t>
            </a:r>
          </a:p>
        </p:txBody>
      </p:sp>
      <p:sp>
        <p:nvSpPr>
          <p:cNvPr id="29" name="Text Placeholder 6"/>
          <p:cNvSpPr>
            <a:spLocks noGrp="1"/>
          </p:cNvSpPr>
          <p:nvPr>
            <p:ph type="body" sz="quarter" idx="34" hasCustomPrompt="1"/>
          </p:nvPr>
        </p:nvSpPr>
        <p:spPr>
          <a:xfrm>
            <a:off x="24917400" y="21435060"/>
            <a:ext cx="10668000" cy="10160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4500" cap="none" baseline="0">
                <a:solidFill>
                  <a:schemeClr val="bg1"/>
                </a:solidFill>
                <a:latin typeface="+mj-lt"/>
              </a:defRPr>
            </a:lvl1pPr>
            <a:lvl2pPr marL="0" indent="0">
              <a:spcBef>
                <a:spcPts val="0"/>
              </a:spcBef>
              <a:buNone/>
              <a:defRPr sz="5000" cap="all" baseline="0">
                <a:solidFill>
                  <a:schemeClr val="bg1"/>
                </a:solidFill>
                <a:latin typeface="+mj-lt"/>
              </a:defRPr>
            </a:lvl2pPr>
            <a:lvl3pPr marL="0" indent="0">
              <a:spcBef>
                <a:spcPts val="0"/>
              </a:spcBef>
              <a:buNone/>
              <a:defRPr sz="5000" cap="all" baseline="0">
                <a:solidFill>
                  <a:schemeClr val="bg1"/>
                </a:solidFill>
                <a:latin typeface="+mj-lt"/>
              </a:defRPr>
            </a:lvl3pPr>
            <a:lvl4pPr marL="0" indent="0">
              <a:spcBef>
                <a:spcPts val="0"/>
              </a:spcBef>
              <a:buNone/>
              <a:defRPr sz="5000" cap="all" baseline="0">
                <a:solidFill>
                  <a:schemeClr val="bg1"/>
                </a:solidFill>
                <a:latin typeface="+mj-lt"/>
              </a:defRPr>
            </a:lvl4pPr>
            <a:lvl5pPr marL="0" indent="0">
              <a:spcBef>
                <a:spcPts val="0"/>
              </a:spcBef>
              <a:buNone/>
              <a:defRPr sz="5000" cap="all" baseline="0">
                <a:solidFill>
                  <a:schemeClr val="bg1"/>
                </a:solidFill>
                <a:latin typeface="+mj-lt"/>
              </a:defRPr>
            </a:lvl5pPr>
            <a:lvl6pPr marL="0" indent="0">
              <a:spcBef>
                <a:spcPts val="0"/>
              </a:spcBef>
              <a:buNone/>
              <a:defRPr sz="5000" cap="all" baseline="0">
                <a:solidFill>
                  <a:schemeClr val="bg1"/>
                </a:solidFill>
                <a:latin typeface="+mj-lt"/>
              </a:defRPr>
            </a:lvl6pPr>
            <a:lvl7pPr marL="0" indent="0">
              <a:spcBef>
                <a:spcPts val="0"/>
              </a:spcBef>
              <a:buNone/>
              <a:defRPr sz="5000" cap="all" baseline="0">
                <a:solidFill>
                  <a:schemeClr val="bg1"/>
                </a:solidFill>
                <a:latin typeface="+mj-lt"/>
              </a:defRPr>
            </a:lvl7pPr>
            <a:lvl8pPr marL="0" indent="0">
              <a:spcBef>
                <a:spcPts val="0"/>
              </a:spcBef>
              <a:buNone/>
              <a:defRPr sz="5000" cap="all" baseline="0">
                <a:solidFill>
                  <a:schemeClr val="bg1"/>
                </a:solidFill>
                <a:latin typeface="+mj-lt"/>
              </a:defRPr>
            </a:lvl8pPr>
            <a:lvl9pPr marL="0" indent="0">
              <a:spcBef>
                <a:spcPts val="0"/>
              </a:spcBef>
              <a:buNone/>
              <a:defRPr sz="5000" cap="all" baseline="0">
                <a:solidFill>
                  <a:schemeClr val="bg1"/>
                </a:solidFill>
                <a:latin typeface="+mj-lt"/>
              </a:defRPr>
            </a:lvl9pPr>
          </a:lstStyle>
          <a:p>
            <a:pPr lvl="0"/>
            <a:r>
              <a:rPr lang="en-US"/>
              <a:t>Heading</a:t>
            </a:r>
          </a:p>
        </p:txBody>
      </p:sp>
      <p:sp>
        <p:nvSpPr>
          <p:cNvPr id="30" name="Content Placeholder 17"/>
          <p:cNvSpPr>
            <a:spLocks noGrp="1"/>
          </p:cNvSpPr>
          <p:nvPr>
            <p:ph sz="quarter" idx="35" hasCustomPrompt="1"/>
          </p:nvPr>
        </p:nvSpPr>
        <p:spPr>
          <a:xfrm>
            <a:off x="24917400" y="22639020"/>
            <a:ext cx="10668000" cy="3718560"/>
          </a:xfrm>
        </p:spPr>
        <p:txBody>
          <a:bodyPr lIns="91440" tIns="182880"/>
          <a:lstStyle>
            <a:lvl1pPr>
              <a:defRPr sz="2668" baseline="0"/>
            </a:lvl1pPr>
            <a:lvl2pPr>
              <a:defRPr sz="2332"/>
            </a:lvl2pPr>
            <a:lvl3pPr>
              <a:defRPr sz="2332"/>
            </a:lvl3pPr>
            <a:lvl4pPr>
              <a:defRPr sz="2332"/>
            </a:lvl4pPr>
            <a:lvl5pPr>
              <a:defRPr sz="2332"/>
            </a:lvl5pPr>
            <a:lvl6pPr>
              <a:defRPr sz="2332"/>
            </a:lvl6pPr>
            <a:lvl7pPr>
              <a:defRPr sz="2332"/>
            </a:lvl7pPr>
            <a:lvl8pPr>
              <a:defRPr sz="2332"/>
            </a:lvl8pPr>
            <a:lvl9pPr>
              <a:defRPr sz="2332"/>
            </a:lvl9pPr>
          </a:lstStyle>
          <a:p>
            <a:pPr lvl="0"/>
            <a:r>
              <a:rPr lang="en-US"/>
              <a:t>Use this placeholder to add text or other content</a:t>
            </a:r>
          </a:p>
          <a:p>
            <a:pPr lvl="1"/>
            <a:r>
              <a:rPr lang="en-US"/>
              <a:t>Second level</a:t>
            </a:r>
          </a:p>
          <a:p>
            <a:pPr lvl="2"/>
            <a:r>
              <a:rPr lang="en-US"/>
              <a:t>Third level</a:t>
            </a:r>
          </a:p>
          <a:p>
            <a:pPr lvl="3"/>
            <a:r>
              <a:rPr lang="en-US"/>
              <a:t>Fourth level</a:t>
            </a:r>
          </a:p>
          <a:p>
            <a:pPr lvl="4"/>
            <a:r>
              <a:rPr lang="en-US"/>
              <a:t>Fifth level</a:t>
            </a:r>
          </a:p>
          <a:p>
            <a:pPr lvl="5"/>
            <a:r>
              <a:rPr lang="en-US"/>
              <a:t>Six</a:t>
            </a:r>
          </a:p>
        </p:txBody>
      </p:sp>
      <p:sp>
        <p:nvSpPr>
          <p:cNvPr id="3" name="Date Placeholder 2"/>
          <p:cNvSpPr>
            <a:spLocks noGrp="1"/>
          </p:cNvSpPr>
          <p:nvPr>
            <p:ph type="dt" sz="half" idx="10"/>
          </p:nvPr>
        </p:nvSpPr>
        <p:spPr/>
        <p:txBody>
          <a:bodyPr/>
          <a:lstStyle/>
          <a:p>
            <a:fld id="{ECAA57DF-1C19-4726-AB84-014692BAD8F5}" type="datetimeFigureOut">
              <a:rPr lang="en-US" smtClean="0"/>
              <a:t>8/16/2026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4C631-C489-4C11-812F-2172FBEAE82B}" type="slidenum">
              <a:rPr lang="en-US" smtClean="0"/>
              <a:t>‹#›</a:t>
            </a:fld>
            <a:endParaRPr lang="en-US"/>
          </a:p>
        </p:txBody>
      </p:sp>
      <p:sp>
        <p:nvSpPr>
          <p:cNvPr id="8" name="Picture Placeholder 7"/>
          <p:cNvSpPr>
            <a:spLocks noGrp="1"/>
          </p:cNvSpPr>
          <p:nvPr>
            <p:ph type="pic" sz="quarter" idx="43"/>
          </p:nvPr>
        </p:nvSpPr>
        <p:spPr>
          <a:xfrm>
            <a:off x="26892248" y="2"/>
            <a:ext cx="9683752" cy="3202036"/>
          </a:xfrm>
          <a:effectDag name="">
            <a:cont type="tree" name="">
              <a:effect ref="fillLine"/>
              <a:alphaMod>
                <a:cont name="">
                  <a:fill>
                    <a:gradFill>
                      <a:gsLst>
                        <a:gs pos="60000">
                          <a:srgbClr val="000000">
                            <a:alpha val="100000"/>
                          </a:srgbClr>
                        </a:gs>
                        <a:gs pos="97000">
                          <a:srgbClr val="000000">
                            <a:alpha val="0"/>
                          </a:srgbClr>
                        </a:gs>
                      </a:gsLst>
                      <a:lin ang="10800000"/>
                    </a:gradFill>
                  </a:fill>
                </a:cont>
              </a:alphaMod>
            </a:cont>
          </a:effectDag>
        </p:spPr>
        <p:txBody>
          <a:bodyPr lIns="91440" tIns="457200" rIns="91440"/>
          <a:lstStyle>
            <a:lvl1pPr marL="0" indent="0" algn="ctr">
              <a:buNone/>
              <a:defRPr>
                <a:solidFill>
                  <a:schemeClr val="bg1"/>
                </a:solidFill>
              </a:defRPr>
            </a:lvl1pPr>
          </a:lstStyle>
          <a:p>
            <a:r>
              <a:rPr lang="en-US"/>
              <a:t>Click icon to add picture</a:t>
            </a:r>
          </a:p>
        </p:txBody>
      </p:sp>
    </p:spTree>
    <p:extLst>
      <p:ext uri="{BB962C8B-B14F-4D97-AF65-F5344CB8AC3E}">
        <p14:creationId xmlns:p14="http://schemas.microsoft.com/office/powerpoint/2010/main" val="153696060"/>
      </p:ext>
    </p:extLst>
  </p:cSld>
  <p:clrMapOvr>
    <a:masterClrMapping/>
  </p:clrMapOvr>
  <p:extLst>
    <p:ext uri="{DCECCB84-F9BA-43D5-87BE-67443E8EF086}">
      <p15:sldGuideLst xmlns:p15="http://schemas.microsoft.com/office/powerpoint/2012/main">
        <p15:guide id="1" pos="36672">
          <p15:clr>
            <a:srgbClr val="A4A3A4"/>
          </p15:clr>
        </p15:guide>
        <p15:guide id="2" pos="73920">
          <p15:clr>
            <a:srgbClr val="A4A3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460506"/>
            <a:ext cx="31546800" cy="530225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14600" y="7302500"/>
            <a:ext cx="31546800" cy="174053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14600" y="25425406"/>
            <a:ext cx="8229600" cy="1460500"/>
          </a:xfrm>
          <a:prstGeom prst="rect">
            <a:avLst/>
          </a:prstGeom>
        </p:spPr>
        <p:txBody>
          <a:bodyPr vert="horz" lIns="91440" tIns="45720" rIns="91440" bIns="45720" rtlCol="0" anchor="ctr"/>
          <a:lstStyle>
            <a:lvl1pPr algn="l">
              <a:defRPr sz="4800">
                <a:solidFill>
                  <a:schemeClr val="tx1">
                    <a:tint val="75000"/>
                  </a:schemeClr>
                </a:solidFill>
              </a:defRPr>
            </a:lvl1pPr>
          </a:lstStyle>
          <a:p>
            <a:fld id="{861CB097-BDEF-9040-914B-BBB5BB5D49E8}" type="datetimeFigureOut">
              <a:rPr lang="en-US" smtClean="0"/>
              <a:t>8/16/2026</a:t>
            </a:fld>
            <a:endParaRPr lang="en-US"/>
          </a:p>
        </p:txBody>
      </p:sp>
      <p:sp>
        <p:nvSpPr>
          <p:cNvPr id="5" name="Footer Placeholder 4"/>
          <p:cNvSpPr>
            <a:spLocks noGrp="1"/>
          </p:cNvSpPr>
          <p:nvPr>
            <p:ph type="ftr" sz="quarter" idx="3"/>
          </p:nvPr>
        </p:nvSpPr>
        <p:spPr>
          <a:xfrm>
            <a:off x="12115800" y="25425406"/>
            <a:ext cx="12344400" cy="1460500"/>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25425406"/>
            <a:ext cx="8229600" cy="1460500"/>
          </a:xfrm>
          <a:prstGeom prst="rect">
            <a:avLst/>
          </a:prstGeom>
        </p:spPr>
        <p:txBody>
          <a:bodyPr vert="horz" lIns="91440" tIns="45720" rIns="91440" bIns="45720" rtlCol="0" anchor="ctr"/>
          <a:lstStyle>
            <a:lvl1pPr algn="r">
              <a:defRPr sz="4800">
                <a:solidFill>
                  <a:schemeClr val="tx1">
                    <a:tint val="75000"/>
                  </a:schemeClr>
                </a:solidFill>
              </a:defRPr>
            </a:lvl1pPr>
          </a:lstStyle>
          <a:p>
            <a:fld id="{90E86F3C-2D7F-E241-BC06-0FCF8C623F5F}" type="slidenum">
              <a:rPr lang="en-US" smtClean="0"/>
              <a:t>‹#›</a:t>
            </a:fld>
            <a:endParaRPr lang="en-US"/>
          </a:p>
        </p:txBody>
      </p:sp>
      <p:pic>
        <p:nvPicPr>
          <p:cNvPr id="7" name="Picture 6">
            <a:extLst>
              <a:ext uri="{FF2B5EF4-FFF2-40B4-BE49-F238E27FC236}">
                <a16:creationId xmlns:a16="http://schemas.microsoft.com/office/drawing/2014/main" id="{F6630AF2-9583-9CEE-6EBA-4AB2FD5BDCA4}"/>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441726" y="21242218"/>
            <a:ext cx="13700372" cy="7706460"/>
          </a:xfrm>
          <a:prstGeom prst="rect">
            <a:avLst/>
          </a:prstGeom>
        </p:spPr>
      </p:pic>
    </p:spTree>
    <p:extLst>
      <p:ext uri="{BB962C8B-B14F-4D97-AF65-F5344CB8AC3E}">
        <p14:creationId xmlns:p14="http://schemas.microsoft.com/office/powerpoint/2010/main" val="347944818"/>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3657600" rtl="0" eaLnBrk="1" latinLnBrk="0" hangingPunct="1">
        <a:lnSpc>
          <a:spcPct val="90000"/>
        </a:lnSpc>
        <a:spcBef>
          <a:spcPct val="0"/>
        </a:spcBef>
        <a:buNone/>
        <a:defRPr sz="17600" kern="1200">
          <a:solidFill>
            <a:schemeClr val="tx1"/>
          </a:solidFill>
          <a:latin typeface="+mj-lt"/>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jpe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BB980-19A0-4BF5-A4C5-AA92D1B8D5AB}"/>
              </a:ext>
            </a:extLst>
          </p:cNvPr>
          <p:cNvSpPr>
            <a:spLocks noGrp="1"/>
          </p:cNvSpPr>
          <p:nvPr>
            <p:ph type="title"/>
          </p:nvPr>
        </p:nvSpPr>
        <p:spPr>
          <a:xfrm>
            <a:off x="853646" y="571550"/>
            <a:ext cx="20251696" cy="2476452"/>
          </a:xfrm>
        </p:spPr>
        <p:txBody>
          <a:bodyPr>
            <a:noAutofit/>
          </a:bodyPr>
          <a:lstStyle/>
          <a:p>
            <a:r>
              <a:rPr lang="en-US" sz="11500">
                <a:latin typeface="Times New Roman" panose="02020603050405020304" pitchFamily="18" charset="0"/>
                <a:cs typeface="Times New Roman" panose="02020603050405020304" pitchFamily="18" charset="0"/>
              </a:rPr>
              <a:t>Passive Thermosiphon Solar Still</a:t>
            </a:r>
          </a:p>
        </p:txBody>
      </p:sp>
      <p:sp>
        <p:nvSpPr>
          <p:cNvPr id="3" name="Text Placeholder 2">
            <a:extLst>
              <a:ext uri="{FF2B5EF4-FFF2-40B4-BE49-F238E27FC236}">
                <a16:creationId xmlns:a16="http://schemas.microsoft.com/office/drawing/2014/main" id="{C71BFB91-4524-4580-B38A-99FAA21336C5}"/>
              </a:ext>
            </a:extLst>
          </p:cNvPr>
          <p:cNvSpPr>
            <a:spLocks noGrp="1"/>
          </p:cNvSpPr>
          <p:nvPr>
            <p:ph type="body" sz="quarter" idx="36"/>
          </p:nvPr>
        </p:nvSpPr>
        <p:spPr>
          <a:xfrm>
            <a:off x="1330960" y="2910793"/>
            <a:ext cx="25145344" cy="538608"/>
          </a:xfrm>
        </p:spPr>
        <p:txBody>
          <a:bodyPr/>
          <a:lstStyle/>
          <a:p>
            <a:r>
              <a:rPr lang="en-US" sz="4000" i="1">
                <a:solidFill>
                  <a:schemeClr val="tx1"/>
                </a:solidFill>
                <a:latin typeface="Times New Roman" panose="02020603050405020304" pitchFamily="18" charset="0"/>
                <a:cs typeface="Times New Roman" panose="02020603050405020304" pitchFamily="18" charset="0"/>
              </a:rPr>
              <a:t>Mateo Vializ, Joseph Fiorenza, Gavin Crawford, Jack Friesen</a:t>
            </a:r>
          </a:p>
        </p:txBody>
      </p:sp>
      <p:sp>
        <p:nvSpPr>
          <p:cNvPr id="4" name="Text Placeholder 3">
            <a:extLst>
              <a:ext uri="{FF2B5EF4-FFF2-40B4-BE49-F238E27FC236}">
                <a16:creationId xmlns:a16="http://schemas.microsoft.com/office/drawing/2014/main" id="{B6BE2524-5A23-447C-9438-DD6EDE493D7C}"/>
              </a:ext>
            </a:extLst>
          </p:cNvPr>
          <p:cNvSpPr>
            <a:spLocks noGrp="1"/>
          </p:cNvSpPr>
          <p:nvPr>
            <p:ph type="body" sz="quarter" idx="13"/>
          </p:nvPr>
        </p:nvSpPr>
        <p:spPr>
          <a:solidFill>
            <a:schemeClr val="accent1">
              <a:lumMod val="50000"/>
            </a:schemeClr>
          </a:solidFill>
        </p:spPr>
        <p:txBody>
          <a:bodyPr/>
          <a:lstStyle/>
          <a:p>
            <a:r>
              <a:rPr lang="en-US">
                <a:latin typeface="Poppins Black" panose="00000A00000000000000" pitchFamily="2" charset="0"/>
                <a:cs typeface="Poppins Black" panose="00000A00000000000000" pitchFamily="2" charset="0"/>
              </a:rPr>
              <a:t>Problem Statement</a:t>
            </a:r>
          </a:p>
        </p:txBody>
      </p:sp>
      <p:sp>
        <p:nvSpPr>
          <p:cNvPr id="6" name="Text Placeholder 5">
            <a:extLst>
              <a:ext uri="{FF2B5EF4-FFF2-40B4-BE49-F238E27FC236}">
                <a16:creationId xmlns:a16="http://schemas.microsoft.com/office/drawing/2014/main" id="{9C1BF7BF-5CD4-44DA-81E7-D7DA6140061D}"/>
              </a:ext>
            </a:extLst>
          </p:cNvPr>
          <p:cNvSpPr>
            <a:spLocks noGrp="1"/>
          </p:cNvSpPr>
          <p:nvPr>
            <p:ph type="body" sz="quarter" idx="37"/>
          </p:nvPr>
        </p:nvSpPr>
        <p:spPr>
          <a:xfrm>
            <a:off x="952500" y="8179349"/>
            <a:ext cx="10668000" cy="1066800"/>
          </a:xfrm>
          <a:solidFill>
            <a:schemeClr val="accent1">
              <a:lumMod val="50000"/>
            </a:schemeClr>
          </a:solidFill>
        </p:spPr>
        <p:txBody>
          <a:bodyPr/>
          <a:lstStyle/>
          <a:p>
            <a:r>
              <a:rPr lang="en-US">
                <a:latin typeface="Poppins Black" panose="00000A00000000000000" pitchFamily="2" charset="0"/>
                <a:cs typeface="Poppins Black" panose="00000A00000000000000" pitchFamily="2" charset="0"/>
              </a:rPr>
              <a:t>Motivation</a:t>
            </a:r>
          </a:p>
        </p:txBody>
      </p:sp>
      <p:sp>
        <p:nvSpPr>
          <p:cNvPr id="7" name="Content Placeholder 6">
            <a:extLst>
              <a:ext uri="{FF2B5EF4-FFF2-40B4-BE49-F238E27FC236}">
                <a16:creationId xmlns:a16="http://schemas.microsoft.com/office/drawing/2014/main" id="{547B800A-4D8C-4FFD-B6E1-C5DA9B7FAB3C}"/>
              </a:ext>
            </a:extLst>
          </p:cNvPr>
          <p:cNvSpPr>
            <a:spLocks noGrp="1"/>
          </p:cNvSpPr>
          <p:nvPr>
            <p:ph sz="quarter" idx="38"/>
          </p:nvPr>
        </p:nvSpPr>
        <p:spPr>
          <a:xfrm>
            <a:off x="952500" y="9470633"/>
            <a:ext cx="10668000" cy="2663702"/>
          </a:xfrm>
          <a:ln w="19050">
            <a:noFill/>
          </a:ln>
        </p:spPr>
        <p:txBody>
          <a:bodyPr>
            <a:normAutofit lnSpcReduction="10000"/>
          </a:bodyPr>
          <a:lstStyle/>
          <a:p>
            <a:pPr marL="0" indent="0">
              <a:buNone/>
            </a:pPr>
            <a:r>
              <a:rPr lang="en-US" sz="3200">
                <a:latin typeface="Times New Roman" panose="02020603050405020304" pitchFamily="18" charset="0"/>
                <a:cs typeface="Times New Roman" panose="02020603050405020304" pitchFamily="18" charset="0"/>
              </a:rPr>
              <a:t>According to UNICEF, over two billion people live in countries where water supply is inadequate. We originally turned to the conventional solar still. But quickly found out it was quite inefficient, producing only approximately 3L/per day. So, our group used a thermosiphon to create a high efficiency, low cost, energy efficient system. </a:t>
            </a:r>
          </a:p>
        </p:txBody>
      </p:sp>
      <p:sp>
        <p:nvSpPr>
          <p:cNvPr id="8" name="Text Placeholder 7">
            <a:extLst>
              <a:ext uri="{FF2B5EF4-FFF2-40B4-BE49-F238E27FC236}">
                <a16:creationId xmlns:a16="http://schemas.microsoft.com/office/drawing/2014/main" id="{520AA6DA-F221-4B34-BC29-118E0CE3651A}"/>
              </a:ext>
            </a:extLst>
          </p:cNvPr>
          <p:cNvSpPr>
            <a:spLocks noGrp="1"/>
          </p:cNvSpPr>
          <p:nvPr>
            <p:ph type="body" sz="quarter" idx="17"/>
          </p:nvPr>
        </p:nvSpPr>
        <p:spPr>
          <a:solidFill>
            <a:schemeClr val="accent1">
              <a:lumMod val="50000"/>
            </a:schemeClr>
          </a:solidFill>
        </p:spPr>
        <p:txBody>
          <a:bodyPr/>
          <a:lstStyle/>
          <a:p>
            <a:r>
              <a:rPr lang="en-US">
                <a:latin typeface="Poppins Black" panose="00000A00000000000000" pitchFamily="2" charset="0"/>
                <a:cs typeface="Poppins Black" panose="00000A00000000000000" pitchFamily="2" charset="0"/>
              </a:rPr>
              <a:t>Requirements/Constraints</a:t>
            </a:r>
          </a:p>
        </p:txBody>
      </p:sp>
      <p:sp>
        <p:nvSpPr>
          <p:cNvPr id="10" name="Text Placeholder 9">
            <a:extLst>
              <a:ext uri="{FF2B5EF4-FFF2-40B4-BE49-F238E27FC236}">
                <a16:creationId xmlns:a16="http://schemas.microsoft.com/office/drawing/2014/main" id="{39CB01C0-A5D7-434A-A867-82F6B4122404}"/>
              </a:ext>
            </a:extLst>
          </p:cNvPr>
          <p:cNvSpPr>
            <a:spLocks noGrp="1"/>
          </p:cNvSpPr>
          <p:nvPr>
            <p:ph type="body" sz="quarter" idx="19"/>
          </p:nvPr>
        </p:nvSpPr>
        <p:spPr>
          <a:xfrm>
            <a:off x="927787" y="17911325"/>
            <a:ext cx="10668000" cy="1207906"/>
          </a:xfrm>
          <a:solidFill>
            <a:schemeClr val="accent1">
              <a:lumMod val="50000"/>
            </a:schemeClr>
          </a:solidFill>
        </p:spPr>
        <p:txBody>
          <a:bodyPr/>
          <a:lstStyle/>
          <a:p>
            <a:r>
              <a:rPr lang="en-US">
                <a:latin typeface="Poppins Black" panose="00000A00000000000000" pitchFamily="2" charset="0"/>
                <a:cs typeface="Poppins Black" panose="00000A00000000000000" pitchFamily="2" charset="0"/>
              </a:rPr>
              <a:t>Design</a:t>
            </a:r>
          </a:p>
        </p:txBody>
      </p:sp>
      <p:sp>
        <p:nvSpPr>
          <p:cNvPr id="11" name="Content Placeholder 10">
            <a:extLst>
              <a:ext uri="{FF2B5EF4-FFF2-40B4-BE49-F238E27FC236}">
                <a16:creationId xmlns:a16="http://schemas.microsoft.com/office/drawing/2014/main" id="{A3025E12-5A15-4E2A-929A-D3D6C95F605B}"/>
              </a:ext>
            </a:extLst>
          </p:cNvPr>
          <p:cNvSpPr>
            <a:spLocks noGrp="1"/>
          </p:cNvSpPr>
          <p:nvPr>
            <p:ph sz="quarter" idx="26"/>
          </p:nvPr>
        </p:nvSpPr>
        <p:spPr>
          <a:xfrm>
            <a:off x="927787" y="19400107"/>
            <a:ext cx="10668000" cy="7537623"/>
          </a:xfrm>
          <a:ln w="19050">
            <a:noFill/>
          </a:ln>
        </p:spPr>
        <p:txBody>
          <a:bodyPr/>
          <a:lstStyle/>
          <a:p>
            <a:pPr marL="0" indent="0">
              <a:buNone/>
            </a:pPr>
            <a:endParaRPr lang="en-US"/>
          </a:p>
          <a:p>
            <a:pPr marL="0" indent="0">
              <a:buNone/>
            </a:pPr>
            <a:endParaRPr lang="en-US"/>
          </a:p>
        </p:txBody>
      </p:sp>
      <p:sp>
        <p:nvSpPr>
          <p:cNvPr id="12" name="Text Placeholder 11">
            <a:extLst>
              <a:ext uri="{FF2B5EF4-FFF2-40B4-BE49-F238E27FC236}">
                <a16:creationId xmlns:a16="http://schemas.microsoft.com/office/drawing/2014/main" id="{91300020-5A32-4137-B0B2-E32DE598F833}"/>
              </a:ext>
            </a:extLst>
          </p:cNvPr>
          <p:cNvSpPr>
            <a:spLocks noGrp="1"/>
          </p:cNvSpPr>
          <p:nvPr>
            <p:ph type="body" sz="quarter" idx="21"/>
          </p:nvPr>
        </p:nvSpPr>
        <p:spPr>
          <a:solidFill>
            <a:schemeClr val="accent1">
              <a:lumMod val="50000"/>
            </a:schemeClr>
          </a:solidFill>
        </p:spPr>
        <p:txBody>
          <a:bodyPr/>
          <a:lstStyle/>
          <a:p>
            <a:r>
              <a:rPr lang="en-US">
                <a:latin typeface="Poppins Black" panose="00000A00000000000000" pitchFamily="2" charset="0"/>
                <a:cs typeface="Poppins Black" panose="00000A00000000000000" pitchFamily="2" charset="0"/>
              </a:rPr>
              <a:t>Prototyping</a:t>
            </a:r>
          </a:p>
        </p:txBody>
      </p:sp>
      <p:sp>
        <p:nvSpPr>
          <p:cNvPr id="13" name="Content Placeholder 12">
            <a:extLst>
              <a:ext uri="{FF2B5EF4-FFF2-40B4-BE49-F238E27FC236}">
                <a16:creationId xmlns:a16="http://schemas.microsoft.com/office/drawing/2014/main" id="{A19EA640-846D-4827-8115-E7199EECC3B7}"/>
              </a:ext>
            </a:extLst>
          </p:cNvPr>
          <p:cNvSpPr>
            <a:spLocks noGrp="1"/>
          </p:cNvSpPr>
          <p:nvPr>
            <p:ph sz="quarter" idx="27"/>
          </p:nvPr>
        </p:nvSpPr>
        <p:spPr>
          <a:xfrm>
            <a:off x="12954000" y="5928361"/>
            <a:ext cx="10668000" cy="21058795"/>
          </a:xfrm>
          <a:ln w="19050">
            <a:noFill/>
          </a:ln>
        </p:spPr>
        <p:txBody>
          <a:bodyPr>
            <a:normAutofit/>
          </a:bodyPr>
          <a:lstStyle/>
          <a:p>
            <a:pPr marL="0" indent="0">
              <a:buNone/>
            </a:pPr>
            <a:r>
              <a:rPr lang="en-US" sz="3200">
                <a:latin typeface="Times New Roman" panose="02020603050405020304" pitchFamily="18" charset="0"/>
                <a:cs typeface="Times New Roman" panose="02020603050405020304" pitchFamily="18" charset="0"/>
              </a:rPr>
              <a:t>We went through various iterations before we landed on our final CAD design pictured below. Using </a:t>
            </a:r>
            <a:r>
              <a:rPr lang="en-US" sz="3200" err="1">
                <a:latin typeface="Times New Roman" panose="02020603050405020304" pitchFamily="18" charset="0"/>
                <a:cs typeface="Times New Roman" panose="02020603050405020304" pitchFamily="18" charset="0"/>
              </a:rPr>
              <a:t>OpenFOAM</a:t>
            </a:r>
            <a:r>
              <a:rPr lang="en-US" sz="3200">
                <a:latin typeface="Times New Roman" panose="02020603050405020304" pitchFamily="18" charset="0"/>
                <a:cs typeface="Times New Roman" panose="02020603050405020304" pitchFamily="18" charset="0"/>
              </a:rPr>
              <a:t>, we validated our hypothesis about convection dynamics of our zero-power convection loop. We modeled heat and flow independently to confirm the ‘passive’ aspect of our project. </a:t>
            </a:r>
          </a:p>
        </p:txBody>
      </p:sp>
      <p:sp>
        <p:nvSpPr>
          <p:cNvPr id="18" name="Text Placeholder 17">
            <a:extLst>
              <a:ext uri="{FF2B5EF4-FFF2-40B4-BE49-F238E27FC236}">
                <a16:creationId xmlns:a16="http://schemas.microsoft.com/office/drawing/2014/main" id="{25D2FEC3-9D5F-4D9F-95A0-9F77D4E20972}"/>
              </a:ext>
            </a:extLst>
          </p:cNvPr>
          <p:cNvSpPr>
            <a:spLocks noGrp="1"/>
          </p:cNvSpPr>
          <p:nvPr>
            <p:ph type="body" sz="quarter" idx="31"/>
          </p:nvPr>
        </p:nvSpPr>
        <p:spPr>
          <a:solidFill>
            <a:schemeClr val="accent1">
              <a:lumMod val="50000"/>
            </a:schemeClr>
          </a:solidFill>
        </p:spPr>
        <p:txBody>
          <a:bodyPr/>
          <a:lstStyle/>
          <a:p>
            <a:r>
              <a:rPr lang="en-US">
                <a:latin typeface="Poppins Black" panose="00000A00000000000000" pitchFamily="2" charset="0"/>
                <a:cs typeface="Poppins Black" panose="00000A00000000000000" pitchFamily="2" charset="0"/>
              </a:rPr>
              <a:t>Testing/Results</a:t>
            </a:r>
          </a:p>
        </p:txBody>
      </p:sp>
      <p:sp>
        <p:nvSpPr>
          <p:cNvPr id="19" name="Content Placeholder 18">
            <a:extLst>
              <a:ext uri="{FF2B5EF4-FFF2-40B4-BE49-F238E27FC236}">
                <a16:creationId xmlns:a16="http://schemas.microsoft.com/office/drawing/2014/main" id="{695CD3A2-5F1A-47E9-B2B6-83A5820FD05C}"/>
              </a:ext>
            </a:extLst>
          </p:cNvPr>
          <p:cNvSpPr>
            <a:spLocks noGrp="1"/>
          </p:cNvSpPr>
          <p:nvPr>
            <p:ph sz="quarter" idx="32"/>
          </p:nvPr>
        </p:nvSpPr>
        <p:spPr>
          <a:xfrm>
            <a:off x="24917400" y="5928359"/>
            <a:ext cx="10668000" cy="10288793"/>
          </a:xfrm>
          <a:ln w="19050">
            <a:noFill/>
          </a:ln>
        </p:spPr>
        <p:txBody>
          <a:bodyPr>
            <a:normAutofit/>
          </a:bodyPr>
          <a:lstStyle/>
          <a:p>
            <a:pPr marL="0" indent="0">
              <a:buNone/>
            </a:pPr>
            <a:r>
              <a:rPr lang="en-US" sz="3200">
                <a:latin typeface="Times New Roman" panose="02020603050405020304" pitchFamily="18" charset="0"/>
                <a:cs typeface="Times New Roman" panose="02020603050405020304" pitchFamily="18" charset="0"/>
              </a:rPr>
              <a:t>We used </a:t>
            </a:r>
            <a:r>
              <a:rPr lang="en-US" sz="3200" err="1">
                <a:latin typeface="Times New Roman" panose="02020603050405020304" pitchFamily="18" charset="0"/>
                <a:cs typeface="Times New Roman" panose="02020603050405020304" pitchFamily="18" charset="0"/>
              </a:rPr>
              <a:t>OpenFOAM</a:t>
            </a:r>
            <a:r>
              <a:rPr lang="en-US" sz="3200">
                <a:latin typeface="Times New Roman" panose="02020603050405020304" pitchFamily="18" charset="0"/>
                <a:cs typeface="Times New Roman" panose="02020603050405020304" pitchFamily="18" charset="0"/>
              </a:rPr>
              <a:t> simulations of the collector to determine its flow characteristics. The primary value we looked at was flow by velocity, which we can convert into total volumetric flow.</a:t>
            </a:r>
          </a:p>
        </p:txBody>
      </p:sp>
      <p:sp>
        <p:nvSpPr>
          <p:cNvPr id="21" name="Text Placeholder 20">
            <a:extLst>
              <a:ext uri="{FF2B5EF4-FFF2-40B4-BE49-F238E27FC236}">
                <a16:creationId xmlns:a16="http://schemas.microsoft.com/office/drawing/2014/main" id="{6E33B832-52E3-422E-8A32-710C42EE4C94}"/>
              </a:ext>
            </a:extLst>
          </p:cNvPr>
          <p:cNvSpPr>
            <a:spLocks noGrp="1"/>
          </p:cNvSpPr>
          <p:nvPr>
            <p:ph type="body" sz="quarter" idx="41"/>
          </p:nvPr>
        </p:nvSpPr>
        <p:spPr>
          <a:solidFill>
            <a:schemeClr val="accent1">
              <a:lumMod val="50000"/>
            </a:schemeClr>
          </a:solidFill>
        </p:spPr>
        <p:txBody>
          <a:bodyPr/>
          <a:lstStyle/>
          <a:p>
            <a:r>
              <a:rPr lang="en-US">
                <a:latin typeface="Poppins Black" panose="00000A00000000000000" pitchFamily="2" charset="0"/>
                <a:cs typeface="Poppins Black" panose="00000A00000000000000" pitchFamily="2" charset="0"/>
              </a:rPr>
              <a:t>Conclusion</a:t>
            </a:r>
          </a:p>
        </p:txBody>
      </p:sp>
      <p:sp>
        <p:nvSpPr>
          <p:cNvPr id="22" name="Content Placeholder 21">
            <a:extLst>
              <a:ext uri="{FF2B5EF4-FFF2-40B4-BE49-F238E27FC236}">
                <a16:creationId xmlns:a16="http://schemas.microsoft.com/office/drawing/2014/main" id="{46FA7176-AB54-4C87-B7DD-0216A8011EA4}"/>
              </a:ext>
            </a:extLst>
          </p:cNvPr>
          <p:cNvSpPr>
            <a:spLocks noGrp="1"/>
          </p:cNvSpPr>
          <p:nvPr>
            <p:ph sz="quarter" idx="42"/>
          </p:nvPr>
        </p:nvSpPr>
        <p:spPr>
          <a:xfrm>
            <a:off x="24917400" y="17775809"/>
            <a:ext cx="10668000" cy="5608309"/>
          </a:xfrm>
          <a:ln w="19050">
            <a:noFill/>
          </a:ln>
        </p:spPr>
        <p:txBody>
          <a:bodyPr>
            <a:noAutofit/>
          </a:bodyPr>
          <a:lstStyle/>
          <a:p>
            <a:pPr marL="0" indent="0">
              <a:buNone/>
            </a:pPr>
            <a:r>
              <a:rPr lang="en-US" sz="3200">
                <a:latin typeface="Times New Roman" panose="02020603050405020304" pitchFamily="18" charset="0"/>
                <a:cs typeface="Times New Roman" panose="02020603050405020304" pitchFamily="18" charset="0"/>
              </a:rPr>
              <a:t>Our thermosiphon design has been proven through simulations to provide about 3 liters of water throughput per hour. Our design features carefully calculated dimensions and construction details to provide a reliable way to provide clean water without electricity. Furthermore, our design is primarily recyclable.</a:t>
            </a:r>
          </a:p>
          <a:p>
            <a:pPr marL="0" indent="0">
              <a:buNone/>
            </a:pPr>
            <a:r>
              <a:rPr lang="en-US" sz="3200">
                <a:latin typeface="Times New Roman" panose="02020603050405020304" pitchFamily="18" charset="0"/>
                <a:cs typeface="Times New Roman" panose="02020603050405020304" pitchFamily="18" charset="0"/>
              </a:rPr>
              <a:t>To improve our design, we would run more batch simulations to determine the optimal collector design. Another improvement we could make is constructing a full-metal prototype with higher energy absorption and heat transfer.</a:t>
            </a:r>
          </a:p>
        </p:txBody>
      </p:sp>
      <p:pic>
        <p:nvPicPr>
          <p:cNvPr id="29" name="Picture 28">
            <a:extLst>
              <a:ext uri="{FF2B5EF4-FFF2-40B4-BE49-F238E27FC236}">
                <a16:creationId xmlns:a16="http://schemas.microsoft.com/office/drawing/2014/main" id="{C2DE46D3-D646-17FB-4CFD-3F4B74EC03B4}"/>
              </a:ext>
            </a:extLst>
          </p:cNvPr>
          <p:cNvPicPr>
            <a:picLocks noChangeAspect="1"/>
          </p:cNvPicPr>
          <p:nvPr/>
        </p:nvPicPr>
        <p:blipFill>
          <a:blip r:embed="rId3"/>
          <a:stretch>
            <a:fillRect/>
          </a:stretch>
        </p:blipFill>
        <p:spPr>
          <a:xfrm>
            <a:off x="21280581" y="210364"/>
            <a:ext cx="15295419" cy="3126519"/>
          </a:xfrm>
          <a:prstGeom prst="rect">
            <a:avLst/>
          </a:prstGeom>
        </p:spPr>
      </p:pic>
      <p:sp>
        <p:nvSpPr>
          <p:cNvPr id="16" name="Text Placeholder 15">
            <a:extLst>
              <a:ext uri="{FF2B5EF4-FFF2-40B4-BE49-F238E27FC236}">
                <a16:creationId xmlns:a16="http://schemas.microsoft.com/office/drawing/2014/main" id="{9C2F3DD5-8AEC-1E4A-0D2A-B1BF692E35A9}"/>
              </a:ext>
            </a:extLst>
          </p:cNvPr>
          <p:cNvSpPr>
            <a:spLocks noGrp="1"/>
          </p:cNvSpPr>
          <p:nvPr>
            <p:ph type="body" sz="quarter" idx="39"/>
          </p:nvPr>
        </p:nvSpPr>
        <p:spPr>
          <a:xfrm>
            <a:off x="952500" y="5928360"/>
            <a:ext cx="10668000" cy="1905824"/>
          </a:xfrm>
          <a:noFill/>
          <a:ln w="19050">
            <a:noFill/>
          </a:ln>
        </p:spPr>
        <p:txBody>
          <a:bodyPr/>
          <a:lstStyle/>
          <a:p>
            <a:r>
              <a:rPr lang="en-US" sz="3200">
                <a:latin typeface="Times New Roman" panose="02020603050405020304" pitchFamily="18" charset="0"/>
                <a:cs typeface="Times New Roman" panose="02020603050405020304" pitchFamily="18" charset="0"/>
              </a:rPr>
              <a:t>Current desalination methods face high costs, high energy consumption, and brine disposal; therefore, we developed a passive thermosiphon solar still to combat these issues, utilizing natural convection and requiring no energy input.</a:t>
            </a:r>
          </a:p>
        </p:txBody>
      </p:sp>
      <p:pic>
        <p:nvPicPr>
          <p:cNvPr id="1030" name="Picture 6">
            <a:extLst>
              <a:ext uri="{FF2B5EF4-FFF2-40B4-BE49-F238E27FC236}">
                <a16:creationId xmlns:a16="http://schemas.microsoft.com/office/drawing/2014/main" id="{25D91D8B-4D2D-0971-2250-7FF3618BF0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73609" y="9053591"/>
            <a:ext cx="5019675" cy="4333875"/>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78F65847-22A2-5D3B-9C29-6936029E5670}"/>
              </a:ext>
            </a:extLst>
          </p:cNvPr>
          <p:cNvSpPr txBox="1"/>
          <p:nvPr/>
        </p:nvSpPr>
        <p:spPr>
          <a:xfrm>
            <a:off x="19220147" y="10091788"/>
            <a:ext cx="4091940" cy="2800767"/>
          </a:xfrm>
          <a:prstGeom prst="rect">
            <a:avLst/>
          </a:prstGeom>
          <a:noFill/>
        </p:spPr>
        <p:txBody>
          <a:bodyPr wrap="square">
            <a:spAutoFit/>
          </a:bodyPr>
          <a:lstStyle/>
          <a:p>
            <a:pPr rtl="0">
              <a:buNone/>
            </a:pPr>
            <a:r>
              <a:rPr lang="en-US" sz="3500" b="1" i="0" u="none" strike="noStrike">
                <a:solidFill>
                  <a:srgbClr val="000000"/>
                </a:solidFill>
                <a:effectLst/>
                <a:latin typeface="Times New Roman" panose="02020603050405020304" pitchFamily="18" charset="0"/>
                <a:cs typeface="Times New Roman" panose="02020603050405020304" pitchFamily="18" charset="0"/>
              </a:rPr>
              <a:t>Figure 3. </a:t>
            </a:r>
            <a:r>
              <a:rPr lang="en-US" sz="3500" b="0" i="0" u="none" strike="noStrike">
                <a:solidFill>
                  <a:srgbClr val="000000"/>
                </a:solidFill>
                <a:effectLst/>
                <a:latin typeface="Times New Roman" panose="02020603050405020304" pitchFamily="18" charset="0"/>
                <a:cs typeface="Times New Roman" panose="02020603050405020304" pitchFamily="18" charset="0"/>
              </a:rPr>
              <a:t>Initial CAD design based upon preliminary design sketch</a:t>
            </a:r>
            <a:endParaRPr lang="en-US" sz="3500" b="0">
              <a:effectLst/>
              <a:latin typeface="Times New Roman" panose="02020603050405020304" pitchFamily="18" charset="0"/>
              <a:cs typeface="Times New Roman" panose="02020603050405020304" pitchFamily="18" charset="0"/>
            </a:endParaRPr>
          </a:p>
          <a:p>
            <a:pPr>
              <a:buNone/>
            </a:pPr>
            <a:br>
              <a:rPr lang="en-US"/>
            </a:br>
            <a:endParaRPr lang="en-US"/>
          </a:p>
        </p:txBody>
      </p:sp>
      <p:pic>
        <p:nvPicPr>
          <p:cNvPr id="1032" name="Picture 8">
            <a:extLst>
              <a:ext uri="{FF2B5EF4-FFF2-40B4-BE49-F238E27FC236}">
                <a16:creationId xmlns:a16="http://schemas.microsoft.com/office/drawing/2014/main" id="{AF66E7A7-B06B-AB77-DADD-47EA1D75E7A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905" t="24916" r="16232" b="4117"/>
          <a:stretch>
            <a:fillRect/>
          </a:stretch>
        </p:blipFill>
        <p:spPr bwMode="auto">
          <a:xfrm>
            <a:off x="13592434" y="14016933"/>
            <a:ext cx="4794420" cy="2516410"/>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06DFA104-D1F9-D1D1-140A-9EC5C404141B}"/>
              </a:ext>
            </a:extLst>
          </p:cNvPr>
          <p:cNvSpPr txBox="1"/>
          <p:nvPr/>
        </p:nvSpPr>
        <p:spPr>
          <a:xfrm>
            <a:off x="19238586" y="13847948"/>
            <a:ext cx="3931921" cy="3339376"/>
          </a:xfrm>
          <a:prstGeom prst="rect">
            <a:avLst/>
          </a:prstGeom>
          <a:noFill/>
        </p:spPr>
        <p:txBody>
          <a:bodyPr wrap="square">
            <a:spAutoFit/>
          </a:bodyPr>
          <a:lstStyle/>
          <a:p>
            <a:pPr rtl="0">
              <a:buNone/>
            </a:pPr>
            <a:r>
              <a:rPr lang="en-US" sz="3500" b="1" i="0" u="none" strike="noStrike">
                <a:solidFill>
                  <a:srgbClr val="000000"/>
                </a:solidFill>
                <a:effectLst/>
                <a:latin typeface="Times New Roman" panose="02020603050405020304" pitchFamily="18" charset="0"/>
                <a:cs typeface="Times New Roman" panose="02020603050405020304" pitchFamily="18" charset="0"/>
              </a:rPr>
              <a:t>Figure 4. </a:t>
            </a:r>
            <a:r>
              <a:rPr lang="en-US" sz="3500" b="0" i="0" u="none" strike="noStrike">
                <a:solidFill>
                  <a:srgbClr val="000000"/>
                </a:solidFill>
                <a:effectLst/>
                <a:latin typeface="Times New Roman" panose="02020603050405020304" pitchFamily="18" charset="0"/>
                <a:cs typeface="Times New Roman" panose="02020603050405020304" pitchFamily="18" charset="0"/>
              </a:rPr>
              <a:t>First physical design built from CAD design and preliminary research</a:t>
            </a:r>
            <a:endParaRPr lang="en-US" sz="3500" b="0">
              <a:effectLst/>
              <a:latin typeface="Times New Roman" panose="02020603050405020304" pitchFamily="18" charset="0"/>
              <a:cs typeface="Times New Roman" panose="02020603050405020304" pitchFamily="18" charset="0"/>
            </a:endParaRPr>
          </a:p>
          <a:p>
            <a:pPr>
              <a:buNone/>
            </a:pPr>
            <a:br>
              <a:rPr lang="en-US"/>
            </a:br>
            <a:endParaRPr lang="en-US"/>
          </a:p>
        </p:txBody>
      </p:sp>
      <p:pic>
        <p:nvPicPr>
          <p:cNvPr id="1036" name="Picture 12">
            <a:extLst>
              <a:ext uri="{FF2B5EF4-FFF2-40B4-BE49-F238E27FC236}">
                <a16:creationId xmlns:a16="http://schemas.microsoft.com/office/drawing/2014/main" id="{E6927DDE-9811-ED13-2235-B442D5FAB8E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897" r="9105"/>
          <a:stretch>
            <a:fillRect/>
          </a:stretch>
        </p:blipFill>
        <p:spPr bwMode="auto">
          <a:xfrm>
            <a:off x="13790141" y="17253933"/>
            <a:ext cx="4423719" cy="4046221"/>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D5858F04-426A-58CF-C2E0-9286671A1536}"/>
              </a:ext>
            </a:extLst>
          </p:cNvPr>
          <p:cNvSpPr txBox="1"/>
          <p:nvPr/>
        </p:nvSpPr>
        <p:spPr>
          <a:xfrm>
            <a:off x="19313190" y="17901228"/>
            <a:ext cx="3931921" cy="2785378"/>
          </a:xfrm>
          <a:prstGeom prst="rect">
            <a:avLst/>
          </a:prstGeom>
          <a:noFill/>
        </p:spPr>
        <p:txBody>
          <a:bodyPr wrap="square">
            <a:spAutoFit/>
          </a:bodyPr>
          <a:lstStyle/>
          <a:p>
            <a:pPr rtl="0">
              <a:buNone/>
            </a:pPr>
            <a:r>
              <a:rPr lang="en-US" sz="3500" b="1" i="0" u="none" strike="noStrike">
                <a:solidFill>
                  <a:srgbClr val="000000"/>
                </a:solidFill>
                <a:effectLst/>
                <a:latin typeface="Times New Roman" panose="02020603050405020304" pitchFamily="18" charset="0"/>
                <a:cs typeface="Times New Roman" panose="02020603050405020304" pitchFamily="18" charset="0"/>
              </a:rPr>
              <a:t>Figure 5</a:t>
            </a:r>
            <a:r>
              <a:rPr lang="en-US" sz="3500" i="0" u="none" strike="noStrike">
                <a:solidFill>
                  <a:srgbClr val="000000"/>
                </a:solidFill>
                <a:effectLst/>
                <a:latin typeface="Times New Roman" panose="02020603050405020304" pitchFamily="18" charset="0"/>
                <a:cs typeface="Times New Roman" panose="02020603050405020304" pitchFamily="18" charset="0"/>
              </a:rPr>
              <a:t>. Final physical prototype, with fixed leaks, mounted bucket, and painted pipes</a:t>
            </a:r>
          </a:p>
        </p:txBody>
      </p:sp>
      <p:pic>
        <p:nvPicPr>
          <p:cNvPr id="1042" name="Picture 18" descr="A group of colored pencils&#10;&#10;AI-generated content may be incorrect.">
            <a:extLst>
              <a:ext uri="{FF2B5EF4-FFF2-40B4-BE49-F238E27FC236}">
                <a16:creationId xmlns:a16="http://schemas.microsoft.com/office/drawing/2014/main" id="{0F765ADF-7668-70D0-DDDE-50BD619AE7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V="1">
            <a:off x="25578487" y="11949477"/>
            <a:ext cx="3657601" cy="286464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3F3BD853-0D00-5DFA-FCA4-9A375A61FF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856650" y="21764989"/>
            <a:ext cx="4343400" cy="4876800"/>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EDA1D016-E681-8C90-BBEF-93397FC7601F}"/>
              </a:ext>
            </a:extLst>
          </p:cNvPr>
          <p:cNvSpPr txBox="1"/>
          <p:nvPr/>
        </p:nvSpPr>
        <p:spPr>
          <a:xfrm>
            <a:off x="19450213" y="22916577"/>
            <a:ext cx="3931921" cy="2246769"/>
          </a:xfrm>
          <a:prstGeom prst="rect">
            <a:avLst/>
          </a:prstGeom>
          <a:noFill/>
        </p:spPr>
        <p:txBody>
          <a:bodyPr wrap="square">
            <a:spAutoFit/>
          </a:bodyPr>
          <a:lstStyle/>
          <a:p>
            <a:pPr rtl="0">
              <a:buNone/>
            </a:pPr>
            <a:r>
              <a:rPr lang="en-US" sz="3500" b="1" i="0" u="none" strike="noStrike">
                <a:solidFill>
                  <a:srgbClr val="000000"/>
                </a:solidFill>
                <a:effectLst/>
                <a:latin typeface="Times New Roman" panose="02020603050405020304" pitchFamily="18" charset="0"/>
                <a:cs typeface="Times New Roman" panose="02020603050405020304" pitchFamily="18" charset="0"/>
              </a:rPr>
              <a:t>Figure 6</a:t>
            </a:r>
            <a:r>
              <a:rPr lang="en-US" sz="3500" i="0" u="none" strike="noStrike">
                <a:solidFill>
                  <a:srgbClr val="000000"/>
                </a:solidFill>
                <a:effectLst/>
                <a:latin typeface="Times New Roman" panose="02020603050405020304" pitchFamily="18" charset="0"/>
                <a:cs typeface="Times New Roman" panose="02020603050405020304" pitchFamily="18" charset="0"/>
              </a:rPr>
              <a:t>. Final CAD design used for </a:t>
            </a:r>
            <a:r>
              <a:rPr lang="en-US" sz="3500" i="0" u="none" strike="noStrike" err="1">
                <a:solidFill>
                  <a:srgbClr val="000000"/>
                </a:solidFill>
                <a:effectLst/>
                <a:latin typeface="Times New Roman" panose="02020603050405020304" pitchFamily="18" charset="0"/>
                <a:cs typeface="Times New Roman" panose="02020603050405020304" pitchFamily="18" charset="0"/>
              </a:rPr>
              <a:t>OpenFOAM</a:t>
            </a:r>
            <a:r>
              <a:rPr lang="en-US" sz="3500" i="0" u="none" strike="noStrike">
                <a:solidFill>
                  <a:srgbClr val="000000"/>
                </a:solidFill>
                <a:effectLst/>
                <a:latin typeface="Times New Roman" panose="02020603050405020304" pitchFamily="18" charset="0"/>
                <a:cs typeface="Times New Roman" panose="02020603050405020304" pitchFamily="18" charset="0"/>
              </a:rPr>
              <a:t> simulations </a:t>
            </a:r>
          </a:p>
        </p:txBody>
      </p:sp>
      <p:pic>
        <p:nvPicPr>
          <p:cNvPr id="1044" name="Picture 20">
            <a:extLst>
              <a:ext uri="{FF2B5EF4-FFF2-40B4-BE49-F238E27FC236}">
                <a16:creationId xmlns:a16="http://schemas.microsoft.com/office/drawing/2014/main" id="{2B48DF75-119E-B64A-C48E-033E48D5948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147421" y="12060196"/>
            <a:ext cx="2461879" cy="3886408"/>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56180013-1901-1AB4-8DBD-77AEAC54219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0488" y="24002181"/>
            <a:ext cx="10636567" cy="1773890"/>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A6E1805B-D65B-D1A2-C88F-BC20B130F99F}"/>
              </a:ext>
            </a:extLst>
          </p:cNvPr>
          <p:cNvSpPr txBox="1"/>
          <p:nvPr/>
        </p:nvSpPr>
        <p:spPr>
          <a:xfrm>
            <a:off x="1688050" y="25800784"/>
            <a:ext cx="9388410" cy="1631216"/>
          </a:xfrm>
          <a:prstGeom prst="rect">
            <a:avLst/>
          </a:prstGeom>
          <a:noFill/>
        </p:spPr>
        <p:txBody>
          <a:bodyPr wrap="square">
            <a:spAutoFit/>
          </a:bodyPr>
          <a:lstStyle/>
          <a:p>
            <a:pPr algn="ctr" rtl="0">
              <a:buNone/>
            </a:pPr>
            <a:r>
              <a:rPr lang="en-US" sz="3200" b="1" i="0" u="none" strike="noStrike">
                <a:solidFill>
                  <a:srgbClr val="000000"/>
                </a:solidFill>
                <a:effectLst/>
                <a:latin typeface="Times New Roman" panose="02020603050405020304" pitchFamily="18" charset="0"/>
                <a:cs typeface="Times New Roman" panose="02020603050405020304" pitchFamily="18" charset="0"/>
              </a:rPr>
              <a:t>Figure 2. </a:t>
            </a:r>
            <a:r>
              <a:rPr lang="en-US" sz="3200">
                <a:solidFill>
                  <a:srgbClr val="000000"/>
                </a:solidFill>
                <a:latin typeface="Times New Roman" panose="02020603050405020304" pitchFamily="18" charset="0"/>
                <a:cs typeface="Times New Roman" panose="02020603050405020304" pitchFamily="18" charset="0"/>
              </a:rPr>
              <a:t>The design matrix we used to determine what solution best fit our requirements/constraints</a:t>
            </a:r>
            <a:endParaRPr lang="en-US" sz="3200" b="0">
              <a:effectLst/>
              <a:latin typeface="Times New Roman" panose="02020603050405020304" pitchFamily="18" charset="0"/>
              <a:cs typeface="Times New Roman" panose="02020603050405020304" pitchFamily="18" charset="0"/>
            </a:endParaRPr>
          </a:p>
          <a:p>
            <a:pPr>
              <a:buNone/>
            </a:pPr>
            <a:br>
              <a:rPr lang="en-US"/>
            </a:br>
            <a:endParaRPr lang="en-US"/>
          </a:p>
        </p:txBody>
      </p:sp>
      <p:sp>
        <p:nvSpPr>
          <p:cNvPr id="36" name="Rectangle 35">
            <a:extLst>
              <a:ext uri="{FF2B5EF4-FFF2-40B4-BE49-F238E27FC236}">
                <a16:creationId xmlns:a16="http://schemas.microsoft.com/office/drawing/2014/main" id="{AA90E056-F3BA-8D25-6992-7FB833AC3D0C}"/>
              </a:ext>
            </a:extLst>
          </p:cNvPr>
          <p:cNvSpPr/>
          <p:nvPr/>
        </p:nvSpPr>
        <p:spPr>
          <a:xfrm>
            <a:off x="2" y="1"/>
            <a:ext cx="36575998" cy="27431999"/>
          </a:xfrm>
          <a:prstGeom prst="rect">
            <a:avLst/>
          </a:prstGeom>
          <a:noFill/>
          <a:ln w="3302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AAF57CE-D9D1-488D-0034-13BEC4C27F19}"/>
              </a:ext>
            </a:extLst>
          </p:cNvPr>
          <p:cNvSpPr txBox="1"/>
          <p:nvPr/>
        </p:nvSpPr>
        <p:spPr>
          <a:xfrm>
            <a:off x="25329353" y="14799952"/>
            <a:ext cx="4722279" cy="1631216"/>
          </a:xfrm>
          <a:prstGeom prst="rect">
            <a:avLst/>
          </a:prstGeom>
          <a:noFill/>
        </p:spPr>
        <p:txBody>
          <a:bodyPr wrap="square">
            <a:spAutoFit/>
          </a:bodyPr>
          <a:lstStyle/>
          <a:p>
            <a:pPr rtl="0">
              <a:buNone/>
            </a:pPr>
            <a:r>
              <a:rPr lang="en-US" sz="3200" b="1" i="0" u="none" strike="noStrike">
                <a:solidFill>
                  <a:srgbClr val="000000"/>
                </a:solidFill>
                <a:effectLst/>
                <a:latin typeface="Times New Roman" panose="02020603050405020304" pitchFamily="18" charset="0"/>
                <a:cs typeface="Times New Roman" panose="02020603050405020304" pitchFamily="18" charset="0"/>
              </a:rPr>
              <a:t>Figure 8. </a:t>
            </a:r>
            <a:r>
              <a:rPr lang="en-US" sz="3200">
                <a:solidFill>
                  <a:srgbClr val="000000"/>
                </a:solidFill>
                <a:latin typeface="Times New Roman" panose="02020603050405020304" pitchFamily="18" charset="0"/>
                <a:cs typeface="Times New Roman" panose="02020603050405020304" pitchFamily="18" charset="0"/>
              </a:rPr>
              <a:t>Pressure Gradient Simulation</a:t>
            </a:r>
            <a:endParaRPr lang="en-US" sz="3200" b="0">
              <a:effectLst/>
              <a:latin typeface="Times New Roman" panose="02020603050405020304" pitchFamily="18" charset="0"/>
              <a:cs typeface="Times New Roman" panose="02020603050405020304" pitchFamily="18" charset="0"/>
            </a:endParaRPr>
          </a:p>
          <a:p>
            <a:pPr>
              <a:buNone/>
            </a:pPr>
            <a:br>
              <a:rPr lang="en-US"/>
            </a:br>
            <a:endParaRPr lang="en-US"/>
          </a:p>
        </p:txBody>
      </p:sp>
      <p:sp>
        <p:nvSpPr>
          <p:cNvPr id="17" name="TextBox 16">
            <a:extLst>
              <a:ext uri="{FF2B5EF4-FFF2-40B4-BE49-F238E27FC236}">
                <a16:creationId xmlns:a16="http://schemas.microsoft.com/office/drawing/2014/main" id="{DAA874FD-5B62-FD17-9B52-AE115CC655E1}"/>
              </a:ext>
            </a:extLst>
          </p:cNvPr>
          <p:cNvSpPr txBox="1"/>
          <p:nvPr/>
        </p:nvSpPr>
        <p:spPr>
          <a:xfrm>
            <a:off x="6339840" y="10576560"/>
            <a:ext cx="184731" cy="369332"/>
          </a:xfrm>
          <a:prstGeom prst="rect">
            <a:avLst/>
          </a:prstGeom>
          <a:noFill/>
        </p:spPr>
        <p:txBody>
          <a:bodyPr wrap="none" rtlCol="0">
            <a:spAutoFit/>
          </a:bodyPr>
          <a:lstStyle/>
          <a:p>
            <a:endParaRPr lang="en-US"/>
          </a:p>
        </p:txBody>
      </p:sp>
      <p:sp>
        <p:nvSpPr>
          <p:cNvPr id="14" name="Content Placeholder 8">
            <a:extLst>
              <a:ext uri="{FF2B5EF4-FFF2-40B4-BE49-F238E27FC236}">
                <a16:creationId xmlns:a16="http://schemas.microsoft.com/office/drawing/2014/main" id="{DDCBB654-95AA-6C0D-411C-8A6A1668DA3F}"/>
              </a:ext>
            </a:extLst>
          </p:cNvPr>
          <p:cNvSpPr txBox="1">
            <a:spLocks/>
          </p:cNvSpPr>
          <p:nvPr/>
        </p:nvSpPr>
        <p:spPr>
          <a:xfrm>
            <a:off x="981333" y="13803735"/>
            <a:ext cx="10559878" cy="3891141"/>
          </a:xfrm>
          <a:prstGeom prst="rect">
            <a:avLst/>
          </a:prstGeom>
          <a:ln w="19050">
            <a:noFill/>
          </a:ln>
        </p:spPr>
        <p:txBody>
          <a:bodyPr vert="horz" lIns="91440" tIns="182880" rIns="91440" bIns="45720" rtlCol="0">
            <a:noAutofit/>
          </a:bodyPr>
          <a:lstStyle>
            <a:lvl1pPr marL="914400" indent="-914400" algn="l" defTabSz="3657600" rtl="0" eaLnBrk="1" latinLnBrk="0" hangingPunct="1">
              <a:lnSpc>
                <a:spcPct val="90000"/>
              </a:lnSpc>
              <a:spcBef>
                <a:spcPts val="4000"/>
              </a:spcBef>
              <a:buFont typeface="Arial" panose="020B0604020202020204" pitchFamily="34" charset="0"/>
              <a:buChar char="•"/>
              <a:defRPr sz="2668" kern="1200" baseline="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9pPr>
          </a:lstStyle>
          <a:p>
            <a:pPr marL="0" indent="0">
              <a:lnSpc>
                <a:spcPct val="100000"/>
              </a:lnSpc>
              <a:buFont typeface="Arial" panose="020B0604020202020204" pitchFamily="34" charset="0"/>
              <a:buNone/>
            </a:pPr>
            <a:endParaRPr lang="en-US" sz="3200" b="1">
              <a:latin typeface="Times New Roman" panose="02020603050405020304" pitchFamily="18" charset="0"/>
              <a:cs typeface="Times New Roman" panose="02020603050405020304" pitchFamily="18" charset="0"/>
            </a:endParaRPr>
          </a:p>
        </p:txBody>
      </p:sp>
      <p:pic>
        <p:nvPicPr>
          <p:cNvPr id="28" name="Picture 6">
            <a:extLst>
              <a:ext uri="{FF2B5EF4-FFF2-40B4-BE49-F238E27FC236}">
                <a16:creationId xmlns:a16="http://schemas.microsoft.com/office/drawing/2014/main" id="{F222222C-03E6-8E9D-E126-CD0B804FA792}"/>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12864" b="10433"/>
          <a:stretch>
            <a:fillRect/>
          </a:stretch>
        </p:blipFill>
        <p:spPr bwMode="auto">
          <a:xfrm>
            <a:off x="2082380" y="19503998"/>
            <a:ext cx="4272264" cy="4369256"/>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336D00E1-9C57-20DE-F060-50A433086AF8}"/>
              </a:ext>
            </a:extLst>
          </p:cNvPr>
          <p:cNvSpPr txBox="1"/>
          <p:nvPr/>
        </p:nvSpPr>
        <p:spPr>
          <a:xfrm>
            <a:off x="6373906" y="20681575"/>
            <a:ext cx="4141694" cy="2123658"/>
          </a:xfrm>
          <a:prstGeom prst="rect">
            <a:avLst/>
          </a:prstGeom>
          <a:noFill/>
        </p:spPr>
        <p:txBody>
          <a:bodyPr wrap="square">
            <a:spAutoFit/>
          </a:bodyPr>
          <a:lstStyle/>
          <a:p>
            <a:pPr rtl="0">
              <a:buNone/>
            </a:pPr>
            <a:r>
              <a:rPr lang="en-US" sz="3200" b="1" i="0" u="none" strike="noStrike">
                <a:solidFill>
                  <a:srgbClr val="000000"/>
                </a:solidFill>
                <a:effectLst/>
                <a:latin typeface="Times New Roman" panose="02020603050405020304" pitchFamily="18" charset="0"/>
                <a:cs typeface="Times New Roman" panose="02020603050405020304" pitchFamily="18" charset="0"/>
              </a:rPr>
              <a:t>Figure </a:t>
            </a:r>
            <a:r>
              <a:rPr lang="en-US" sz="3200" b="1">
                <a:solidFill>
                  <a:srgbClr val="000000"/>
                </a:solidFill>
                <a:latin typeface="Times New Roman" panose="02020603050405020304" pitchFamily="18" charset="0"/>
                <a:cs typeface="Times New Roman" panose="02020603050405020304" pitchFamily="18" charset="0"/>
              </a:rPr>
              <a:t>1. </a:t>
            </a:r>
            <a:r>
              <a:rPr lang="en-US" sz="3200" b="0" i="0" u="none" strike="noStrike">
                <a:solidFill>
                  <a:srgbClr val="000000"/>
                </a:solidFill>
                <a:effectLst/>
                <a:latin typeface="Times New Roman" panose="02020603050405020304" pitchFamily="18" charset="0"/>
                <a:cs typeface="Times New Roman" panose="02020603050405020304" pitchFamily="18" charset="0"/>
              </a:rPr>
              <a:t>Initial design sketch outlining basics of a thermosiphon.</a:t>
            </a:r>
            <a:endParaRPr lang="en-US" sz="3200" b="0">
              <a:effectLst/>
              <a:latin typeface="Times New Roman" panose="02020603050405020304" pitchFamily="18" charset="0"/>
              <a:cs typeface="Times New Roman" panose="02020603050405020304" pitchFamily="18" charset="0"/>
            </a:endParaRPr>
          </a:p>
          <a:p>
            <a:pPr>
              <a:buNone/>
            </a:pPr>
            <a:br>
              <a:rPr lang="en-US"/>
            </a:br>
            <a:endParaRPr lang="en-US"/>
          </a:p>
        </p:txBody>
      </p:sp>
      <p:sp>
        <p:nvSpPr>
          <p:cNvPr id="42" name="TextBox 41">
            <a:extLst>
              <a:ext uri="{FF2B5EF4-FFF2-40B4-BE49-F238E27FC236}">
                <a16:creationId xmlns:a16="http://schemas.microsoft.com/office/drawing/2014/main" id="{5B930B26-1BE0-720D-DA48-CF2A8839574E}"/>
              </a:ext>
            </a:extLst>
          </p:cNvPr>
          <p:cNvSpPr txBox="1"/>
          <p:nvPr/>
        </p:nvSpPr>
        <p:spPr>
          <a:xfrm>
            <a:off x="32844260" y="12902588"/>
            <a:ext cx="3039761" cy="2123658"/>
          </a:xfrm>
          <a:prstGeom prst="rect">
            <a:avLst/>
          </a:prstGeom>
          <a:noFill/>
        </p:spPr>
        <p:txBody>
          <a:bodyPr wrap="square">
            <a:spAutoFit/>
          </a:bodyPr>
          <a:lstStyle/>
          <a:p>
            <a:pPr rtl="0">
              <a:buNone/>
            </a:pPr>
            <a:r>
              <a:rPr lang="en-US" sz="3200" b="1" i="0" u="none" strike="noStrike">
                <a:solidFill>
                  <a:srgbClr val="000000"/>
                </a:solidFill>
                <a:effectLst/>
                <a:latin typeface="Times New Roman" panose="02020603050405020304" pitchFamily="18" charset="0"/>
                <a:cs typeface="Times New Roman" panose="02020603050405020304" pitchFamily="18" charset="0"/>
              </a:rPr>
              <a:t>Figure 9. </a:t>
            </a:r>
          </a:p>
          <a:p>
            <a:pPr rtl="0">
              <a:buNone/>
            </a:pPr>
            <a:r>
              <a:rPr lang="en-US" sz="3200">
                <a:solidFill>
                  <a:srgbClr val="000000"/>
                </a:solidFill>
                <a:latin typeface="Times New Roman" panose="02020603050405020304" pitchFamily="18" charset="0"/>
                <a:cs typeface="Times New Roman" panose="02020603050405020304" pitchFamily="18" charset="0"/>
              </a:rPr>
              <a:t>Water Velocity Simulation</a:t>
            </a:r>
            <a:endParaRPr lang="en-US" sz="3200" b="0">
              <a:effectLst/>
              <a:latin typeface="Times New Roman" panose="02020603050405020304" pitchFamily="18" charset="0"/>
              <a:cs typeface="Times New Roman" panose="02020603050405020304" pitchFamily="18" charset="0"/>
            </a:endParaRPr>
          </a:p>
          <a:p>
            <a:pPr>
              <a:buNone/>
            </a:pPr>
            <a:br>
              <a:rPr lang="en-US"/>
            </a:br>
            <a:endParaRPr lang="en-US"/>
          </a:p>
        </p:txBody>
      </p:sp>
      <p:pic>
        <p:nvPicPr>
          <p:cNvPr id="25" name="Picture 24">
            <a:extLst>
              <a:ext uri="{FF2B5EF4-FFF2-40B4-BE49-F238E27FC236}">
                <a16:creationId xmlns:a16="http://schemas.microsoft.com/office/drawing/2014/main" id="{B78A2775-3177-BE3E-F086-0612E5D18630}"/>
              </a:ext>
            </a:extLst>
          </p:cNvPr>
          <p:cNvPicPr>
            <a:picLocks noChangeAspect="1"/>
          </p:cNvPicPr>
          <p:nvPr/>
        </p:nvPicPr>
        <p:blipFill>
          <a:blip r:embed="rId12"/>
          <a:stretch>
            <a:fillRect/>
          </a:stretch>
        </p:blipFill>
        <p:spPr>
          <a:xfrm>
            <a:off x="25108929" y="8007179"/>
            <a:ext cx="8279028" cy="3771970"/>
          </a:xfrm>
          <a:prstGeom prst="rect">
            <a:avLst/>
          </a:prstGeom>
        </p:spPr>
      </p:pic>
      <p:sp>
        <p:nvSpPr>
          <p:cNvPr id="26" name="TextBox 25">
            <a:extLst>
              <a:ext uri="{FF2B5EF4-FFF2-40B4-BE49-F238E27FC236}">
                <a16:creationId xmlns:a16="http://schemas.microsoft.com/office/drawing/2014/main" id="{989D87A4-F83B-4654-24D5-3D2A694E9589}"/>
              </a:ext>
            </a:extLst>
          </p:cNvPr>
          <p:cNvSpPr txBox="1"/>
          <p:nvPr/>
        </p:nvSpPr>
        <p:spPr>
          <a:xfrm>
            <a:off x="33488932" y="8675121"/>
            <a:ext cx="2098527" cy="2339102"/>
          </a:xfrm>
          <a:prstGeom prst="rect">
            <a:avLst/>
          </a:prstGeom>
          <a:noFill/>
        </p:spPr>
        <p:txBody>
          <a:bodyPr wrap="square">
            <a:spAutoFit/>
          </a:bodyPr>
          <a:lstStyle/>
          <a:p>
            <a:pPr rtl="0">
              <a:buNone/>
            </a:pPr>
            <a:r>
              <a:rPr lang="en-US" sz="3200" b="1" i="0" u="none" strike="noStrike">
                <a:solidFill>
                  <a:srgbClr val="000000"/>
                </a:solidFill>
                <a:effectLst/>
                <a:latin typeface="Times New Roman" panose="02020603050405020304" pitchFamily="18" charset="0"/>
                <a:cs typeface="Times New Roman" panose="02020603050405020304" pitchFamily="18" charset="0"/>
              </a:rPr>
              <a:t>Figure 7. </a:t>
            </a:r>
            <a:r>
              <a:rPr lang="en-US" sz="3200" i="0" u="none" strike="noStrike">
                <a:solidFill>
                  <a:srgbClr val="000000"/>
                </a:solidFill>
                <a:effectLst/>
                <a:latin typeface="Times New Roman" panose="02020603050405020304" pitchFamily="18" charset="0"/>
                <a:cs typeface="Times New Roman" panose="02020603050405020304" pitchFamily="18" charset="0"/>
              </a:rPr>
              <a:t>Main</a:t>
            </a:r>
            <a:r>
              <a:rPr lang="en-US" sz="3200" b="1" i="0" u="none" strike="noStrike">
                <a:solidFill>
                  <a:srgbClr val="000000"/>
                </a:solidFill>
                <a:effectLst/>
                <a:latin typeface="Times New Roman" panose="02020603050405020304" pitchFamily="18" charset="0"/>
                <a:cs typeface="Times New Roman" panose="02020603050405020304" pitchFamily="18" charset="0"/>
              </a:rPr>
              <a:t> </a:t>
            </a:r>
            <a:r>
              <a:rPr lang="en-US" sz="3200">
                <a:solidFill>
                  <a:srgbClr val="000000"/>
                </a:solidFill>
                <a:effectLst/>
                <a:latin typeface="Times New Roman" panose="02020603050405020304" pitchFamily="18" charset="0"/>
                <a:cs typeface="Times New Roman" panose="02020603050405020304" pitchFamily="18" charset="0"/>
              </a:rPr>
              <a:t>Final Testing Results</a:t>
            </a:r>
            <a:br>
              <a:rPr lang="en-US"/>
            </a:br>
            <a:endParaRPr lang="en-US"/>
          </a:p>
        </p:txBody>
      </p:sp>
      <p:pic>
        <p:nvPicPr>
          <p:cNvPr id="27" name="Picture 26">
            <a:extLst>
              <a:ext uri="{FF2B5EF4-FFF2-40B4-BE49-F238E27FC236}">
                <a16:creationId xmlns:a16="http://schemas.microsoft.com/office/drawing/2014/main" id="{F1622C2F-98CF-CE17-E347-034B5C36B1D1}"/>
              </a:ext>
            </a:extLst>
          </p:cNvPr>
          <p:cNvPicPr>
            <a:picLocks noChangeAspect="1"/>
          </p:cNvPicPr>
          <p:nvPr/>
        </p:nvPicPr>
        <p:blipFill>
          <a:blip r:embed="rId13"/>
          <a:stretch>
            <a:fillRect/>
          </a:stretch>
        </p:blipFill>
        <p:spPr>
          <a:xfrm>
            <a:off x="30199910" y="23418686"/>
            <a:ext cx="3385753" cy="3307156"/>
          </a:xfrm>
          <a:prstGeom prst="rect">
            <a:avLst/>
          </a:prstGeom>
        </p:spPr>
      </p:pic>
      <p:sp>
        <p:nvSpPr>
          <p:cNvPr id="31" name="Content Placeholder 8">
            <a:extLst>
              <a:ext uri="{FF2B5EF4-FFF2-40B4-BE49-F238E27FC236}">
                <a16:creationId xmlns:a16="http://schemas.microsoft.com/office/drawing/2014/main" id="{4B658C51-97A9-1BF9-4B30-50975D26FDA2}"/>
              </a:ext>
            </a:extLst>
          </p:cNvPr>
          <p:cNvSpPr txBox="1">
            <a:spLocks/>
          </p:cNvSpPr>
          <p:nvPr/>
        </p:nvSpPr>
        <p:spPr>
          <a:xfrm>
            <a:off x="25751481" y="24120388"/>
            <a:ext cx="4349577" cy="1680519"/>
          </a:xfrm>
          <a:prstGeom prst="rect">
            <a:avLst/>
          </a:prstGeom>
          <a:ln w="19050">
            <a:noFill/>
          </a:ln>
        </p:spPr>
        <p:txBody>
          <a:bodyPr vert="horz" lIns="91440" tIns="182880" rIns="91440" bIns="45720" rtlCol="0">
            <a:noAutofit/>
          </a:bodyPr>
          <a:lstStyle>
            <a:lvl1pPr marL="914400" indent="-914400" algn="l" defTabSz="3657600" rtl="0" eaLnBrk="1" latinLnBrk="0" hangingPunct="1">
              <a:lnSpc>
                <a:spcPct val="90000"/>
              </a:lnSpc>
              <a:spcBef>
                <a:spcPts val="4000"/>
              </a:spcBef>
              <a:buFont typeface="Arial" panose="020B0604020202020204" pitchFamily="34" charset="0"/>
              <a:buChar char="•"/>
              <a:defRPr sz="2668" kern="1200" baseline="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en-US" sz="5500" b="1" err="1">
                <a:latin typeface="Times New Roman" panose="02020603050405020304" pitchFamily="18" charset="0"/>
                <a:cs typeface="Times New Roman" panose="02020603050405020304" pitchFamily="18" charset="0"/>
              </a:rPr>
              <a:t>OpenFOAM</a:t>
            </a:r>
            <a:r>
              <a:rPr lang="en-US" sz="5500" b="1">
                <a:latin typeface="Times New Roman" panose="02020603050405020304" pitchFamily="18" charset="0"/>
                <a:cs typeface="Times New Roman" panose="02020603050405020304" pitchFamily="18" charset="0"/>
              </a:rPr>
              <a:t> Simulation</a:t>
            </a:r>
          </a:p>
        </p:txBody>
      </p:sp>
      <p:sp>
        <p:nvSpPr>
          <p:cNvPr id="38" name="Content Placeholder 6">
            <a:extLst>
              <a:ext uri="{FF2B5EF4-FFF2-40B4-BE49-F238E27FC236}">
                <a16:creationId xmlns:a16="http://schemas.microsoft.com/office/drawing/2014/main" id="{00E9A8B0-B140-10DA-186A-795D4FA47BFB}"/>
              </a:ext>
            </a:extLst>
          </p:cNvPr>
          <p:cNvSpPr txBox="1">
            <a:spLocks/>
          </p:cNvSpPr>
          <p:nvPr/>
        </p:nvSpPr>
        <p:spPr>
          <a:xfrm>
            <a:off x="977212" y="13650783"/>
            <a:ext cx="10559879" cy="3877890"/>
          </a:xfrm>
          <a:prstGeom prst="rect">
            <a:avLst/>
          </a:prstGeom>
          <a:ln w="19050">
            <a:noFill/>
          </a:ln>
        </p:spPr>
        <p:txBody>
          <a:bodyPr vert="horz" lIns="91440" tIns="182880" rIns="91440" bIns="45720" rtlCol="0">
            <a:normAutofit/>
          </a:bodyPr>
          <a:lstStyle>
            <a:lvl1pPr marL="914400" indent="-914400" algn="l" defTabSz="3657600" rtl="0" eaLnBrk="1" latinLnBrk="0" hangingPunct="1">
              <a:lnSpc>
                <a:spcPct val="90000"/>
              </a:lnSpc>
              <a:spcBef>
                <a:spcPts val="4000"/>
              </a:spcBef>
              <a:buFont typeface="Arial" panose="020B0604020202020204" pitchFamily="34" charset="0"/>
              <a:buChar char="•"/>
              <a:defRPr sz="2668" kern="1200" baseline="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2332" kern="1200">
                <a:solidFill>
                  <a:schemeClr val="tx1"/>
                </a:solidFill>
                <a:latin typeface="+mn-lt"/>
                <a:ea typeface="+mn-ea"/>
                <a:cs typeface="+mn-cs"/>
              </a:defRPr>
            </a:lvl9pPr>
          </a:lstStyle>
          <a:p>
            <a:pPr marL="0" indent="0">
              <a:buFont typeface="Arial" panose="020B0604020202020204" pitchFamily="34" charset="0"/>
              <a:buNone/>
            </a:pPr>
            <a:r>
              <a:rPr lang="en-US" sz="3200">
                <a:latin typeface="Times New Roman" panose="02020603050405020304" pitchFamily="18" charset="0"/>
                <a:cs typeface="Times New Roman" panose="02020603050405020304" pitchFamily="18" charset="0"/>
              </a:rPr>
              <a:t>The requirements for our design were that it needed to make enough water for a person to survive over the span of a day, durable enough to survive outside weather conditions, sealed off so no water escapes, made of commonly available &amp; recyclable materials, and it must function without electricity. </a:t>
            </a:r>
          </a:p>
          <a:p>
            <a:pPr marL="0" indent="0">
              <a:buFont typeface="Arial" panose="020B0604020202020204" pitchFamily="34" charset="0"/>
              <a:buNone/>
            </a:pPr>
            <a:r>
              <a:rPr lang="en-US" sz="3200">
                <a:latin typeface="Times New Roman" panose="02020603050405020304" pitchFamily="18" charset="0"/>
                <a:cs typeface="Times New Roman" panose="02020603050405020304" pitchFamily="18" charset="0"/>
              </a:rPr>
              <a:t>Our constraints in the design were that it had to be less than $60 and maintainable by an average person.</a:t>
            </a:r>
          </a:p>
        </p:txBody>
      </p:sp>
      <p:cxnSp>
        <p:nvCxnSpPr>
          <p:cNvPr id="15" name="Straight Connector 14">
            <a:extLst>
              <a:ext uri="{FF2B5EF4-FFF2-40B4-BE49-F238E27FC236}">
                <a16:creationId xmlns:a16="http://schemas.microsoft.com/office/drawing/2014/main" id="{DE8FC2C0-4009-D5EA-B9DB-7EDEBE173DF8}"/>
              </a:ext>
            </a:extLst>
          </p:cNvPr>
          <p:cNvCxnSpPr/>
          <p:nvPr/>
        </p:nvCxnSpPr>
        <p:spPr>
          <a:xfrm>
            <a:off x="24614659" y="23354270"/>
            <a:ext cx="11368217" cy="0"/>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84525749"/>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fb58802-ff7a-4bb1-ab21-367ff2ecfc8b}" enabled="0" method="" siteId="{afb58802-ff7a-4bb1-ab21-367ff2ecfc8b}" removed="1"/>
</clbl:labelList>
</file>

<file path=docProps/app.xml><?xml version="1.0" encoding="utf-8"?>
<Properties xmlns="http://schemas.openxmlformats.org/officeDocument/2006/extended-properties" xmlns:vt="http://schemas.openxmlformats.org/officeDocument/2006/docPropsVTypes">
  <Template>Office 2013 - 2022 Theme</Template>
  <TotalTime>0</TotalTime>
  <Words>481</Words>
  <Application>Microsoft Office PowerPoint</Application>
  <PresentationFormat>Custom</PresentationFormat>
  <Paragraphs>35</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Poppins Black</vt:lpstr>
      <vt:lpstr>Times New Roman</vt:lpstr>
      <vt:lpstr>Office 2013 - 2022 Theme</vt:lpstr>
      <vt:lpstr>Passive Thermosiphon Solar Still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Harvey, Tierney A.</dc:creator>
  <cp:lastModifiedBy>Jack Friesen</cp:lastModifiedBy>
  <cp:revision>2</cp:revision>
  <dcterms:created xsi:type="dcterms:W3CDTF">2022-11-21T19:59:00Z</dcterms:created>
  <dcterms:modified xsi:type="dcterms:W3CDTF">2026-08-17T01:20:01Z</dcterms:modified>
</cp:coreProperties>
</file>